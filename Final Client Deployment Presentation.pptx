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6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embeddedFontLst>
    <p:embeddedFont>
      <p:font typeface="Karla Light"/>
      <p:regular r:id="rId17"/>
      <p:bold r:id="rId18"/>
      <p:italic r:id="rId19"/>
      <p:boldItalic r:id="rId20"/>
    </p:embeddedFont>
    <p:embeddedFont>
      <p:font typeface="Rajdhani"/>
      <p:regular r:id="rId21"/>
      <p:bold r:id="rId22"/>
    </p:embeddedFont>
    <p:embeddedFont>
      <p:font typeface="Karla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7" name="Jeslyn Bowman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964E98-40B1-4ABB-9432-6AF9D8EEB9FA}">
  <a:tblStyle styleId="{31964E98-40B1-4ABB-9432-6AF9D8EEB9F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rlaLight-boldItalic.fntdata"/><Relationship Id="rId22" Type="http://schemas.openxmlformats.org/officeDocument/2006/relationships/font" Target="fonts/Rajdhani-bold.fntdata"/><Relationship Id="rId21" Type="http://schemas.openxmlformats.org/officeDocument/2006/relationships/font" Target="fonts/Rajdhani-regular.fntdata"/><Relationship Id="rId24" Type="http://schemas.openxmlformats.org/officeDocument/2006/relationships/font" Target="fonts/Karla-bold.fntdata"/><Relationship Id="rId23" Type="http://schemas.openxmlformats.org/officeDocument/2006/relationships/font" Target="fonts/Karl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Karla-boldItalic.fntdata"/><Relationship Id="rId25" Type="http://schemas.openxmlformats.org/officeDocument/2006/relationships/font" Target="fonts/Karla-italic.fntdata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KarlaLight-regular.fntdata"/><Relationship Id="rId16" Type="http://schemas.openxmlformats.org/officeDocument/2006/relationships/slide" Target="slides/slide9.xml"/><Relationship Id="rId19" Type="http://schemas.openxmlformats.org/officeDocument/2006/relationships/font" Target="fonts/KarlaLight-italic.fntdata"/><Relationship Id="rId18" Type="http://schemas.openxmlformats.org/officeDocument/2006/relationships/font" Target="fonts/KarlaLight-bold.fnt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0-28T02:32:50.681">
    <p:pos x="6000" y="0"/>
    <p:text>Sam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5-10-28T02:30:18.995">
    <p:pos x="6000" y="0"/>
    <p:text>Cat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5-10-28T02:30:24.044">
    <p:pos x="6000" y="0"/>
    <p:text>Jes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5-10-28T02:30:27.960">
    <p:pos x="6000" y="0"/>
    <p:text>Bass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5-10-28T02:30:32.496">
    <p:pos x="6000" y="0"/>
    <p:text>Destinee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5-10-28T02:30:43.959">
    <p:pos x="6000" y="0"/>
    <p:text>David</p:tex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5-10-28T02:31:08.082">
    <p:pos x="6000" y="0"/>
    <p:text>Eve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i-sydney.zoom.us/j/6082063296?pwd=c0tHcE1wRGZ3MUlvWkVrNjJCM2pMZz09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750d84936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750d84936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https://uni-sydney.zoom.us/j/6082063296?pwd=c0tHcE1wRGZ3MUlvWkVrNjJCM2pMZz09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7d6048a8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7d6048a8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763b039435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763b039435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750d84936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750d84936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FUNCTIONAL: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Integrate Unity VR application with Inverse3 haptic device and Meta Quest 3 headset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Enable real-time haptic feedback for interactions (&lt;50ms latency)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Implement at least three distinct material profiles with different tactile sensations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Develop syringe insertion and blood draw simulation with realistic resistance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Deliver technical documentation: API integration, developer setup, user guide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NON-FUNCTIONAL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Performance: Maintain latency under 50ms and stable frame rates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Accuracy &amp; realism: Haptic feedback must match real-world tissue properties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Reliability: Application runs stably on desktop VR setup without desynchronisation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Usability: Users can reliably distinguish material profiles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Scalability: System supports future feature expansion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81be66942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981be66942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48acbf5a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48acbf5a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Unit and Integration Testing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Verify Unity scripts, Inverse3 SDK, and VR headset work together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Functional Testing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Check material profiles, syringe insertion, and blood draw simulation for realistic haptic feedback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Performance Testing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Ensure latency &lt;50ms, stable frame rates, no desynchronisation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User Testing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Trials with participants to evaluate accuracy and realism of material identification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7a17a6405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7a17a6405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project has many potential risks, these include: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Calibration and realism of the haptic feedback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Unity and Inverse3 API integration difficulties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Latency/performance issues in haptic feedback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Limited device access for testing and development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Stretch goal feasibility within timeframe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System crashes or instability during demos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Unrealistic material feedback leading to poor user experience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7e2a8a5b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7e2a8a5b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Source code hand over and code documentation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Guidelines for how to use the system/software, deploy and run the software/system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Platform or specification of the deployment/testing infrastructure environment, requirements to integrate integration with other systems/tools/accounts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Any other items that should be part of the project hand-over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750d84936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750d84936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860350"/>
            <a:ext cx="4535700" cy="307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80" y="3890775"/>
            <a:ext cx="45357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8735265" y="8546"/>
            <a:ext cx="325785" cy="6140807"/>
            <a:chOff x="270152" y="9537"/>
            <a:chExt cx="273654" cy="515817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270152" y="9537"/>
              <a:ext cx="273654" cy="393837"/>
              <a:chOff x="274914" y="8562"/>
              <a:chExt cx="273654" cy="393837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274914" y="8562"/>
                <a:ext cx="273654" cy="98908"/>
              </a:xfrm>
              <a:custGeom>
                <a:rect b="b" l="l" r="r" t="t"/>
                <a:pathLst>
                  <a:path extrusionOk="0" fill="none" h="2282" w="8224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rgbClr val="850707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384214" y="107423"/>
                <a:ext cx="59924" cy="294976"/>
              </a:xfrm>
              <a:custGeom>
                <a:rect b="b" l="l" r="r" t="t"/>
                <a:pathLst>
                  <a:path extrusionOk="0" fill="none" h="3307" w="1801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rgbClr val="850707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" name="Google Shape;15;p2"/>
            <p:cNvCxnSpPr/>
            <p:nvPr/>
          </p:nvCxnSpPr>
          <p:spPr>
            <a:xfrm rot="10800000">
              <a:off x="407094" y="414212"/>
              <a:ext cx="0" cy="4753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" name="Google Shape;16;p2"/>
          <p:cNvGrpSpPr/>
          <p:nvPr/>
        </p:nvGrpSpPr>
        <p:grpSpPr>
          <a:xfrm>
            <a:off x="-874375" y="896703"/>
            <a:ext cx="9462060" cy="4329256"/>
            <a:chOff x="-318125" y="820503"/>
            <a:chExt cx="9462060" cy="4329256"/>
          </a:xfrm>
        </p:grpSpPr>
        <p:cxnSp>
          <p:nvCxnSpPr>
            <p:cNvPr id="17" name="Google Shape;17;p2"/>
            <p:cNvCxnSpPr/>
            <p:nvPr/>
          </p:nvCxnSpPr>
          <p:spPr>
            <a:xfrm>
              <a:off x="826250" y="1215072"/>
              <a:ext cx="0" cy="3162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" name="Google Shape;18;p2"/>
            <p:cNvSpPr/>
            <p:nvPr/>
          </p:nvSpPr>
          <p:spPr>
            <a:xfrm flipH="1" rot="-5400000">
              <a:off x="247218" y="657535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" name="Google Shape;19;p2"/>
            <p:cNvCxnSpPr/>
            <p:nvPr/>
          </p:nvCxnSpPr>
          <p:spPr>
            <a:xfrm>
              <a:off x="-95525" y="598647"/>
              <a:ext cx="0" cy="445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" name="Google Shape;20;p2"/>
            <p:cNvGrpSpPr/>
            <p:nvPr/>
          </p:nvGrpSpPr>
          <p:grpSpPr>
            <a:xfrm>
              <a:off x="826293" y="3991810"/>
              <a:ext cx="8317642" cy="1157950"/>
              <a:chOff x="826293" y="3991810"/>
              <a:chExt cx="8317642" cy="1157950"/>
            </a:xfrm>
          </p:grpSpPr>
          <p:grpSp>
            <p:nvGrpSpPr>
              <p:cNvPr id="21" name="Google Shape;21;p2"/>
              <p:cNvGrpSpPr/>
              <p:nvPr/>
            </p:nvGrpSpPr>
            <p:grpSpPr>
              <a:xfrm rot="5400000">
                <a:off x="4980466" y="986290"/>
                <a:ext cx="416007" cy="7910933"/>
                <a:chOff x="4156006" y="4045647"/>
                <a:chExt cx="416007" cy="9149818"/>
              </a:xfrm>
            </p:grpSpPr>
            <p:sp>
              <p:nvSpPr>
                <p:cNvPr id="22" name="Google Shape;22;p2"/>
                <p:cNvSpPr/>
                <p:nvPr/>
              </p:nvSpPr>
              <p:spPr>
                <a:xfrm flipH="1" rot="10800000">
                  <a:off x="4156006" y="4045647"/>
                  <a:ext cx="416007" cy="741943"/>
                </a:xfrm>
                <a:custGeom>
                  <a:rect b="b" l="l" r="r" t="t"/>
                  <a:pathLst>
                    <a:path extrusionOk="0" fill="none" h="27160" w="16217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cap="rnd" cmpd="sng" w="28575">
                  <a:solidFill>
                    <a:schemeClr val="dk1"/>
                  </a:solidFill>
                  <a:prstDash val="solid"/>
                  <a:miter lim="20923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3" name="Google Shape;23;p2"/>
                <p:cNvCxnSpPr/>
                <p:nvPr/>
              </p:nvCxnSpPr>
              <p:spPr>
                <a:xfrm rot="5400000">
                  <a:off x="-68600" y="8970116"/>
                  <a:ext cx="84507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4" name="Google Shape;24;p2"/>
              <p:cNvSpPr/>
              <p:nvPr/>
            </p:nvSpPr>
            <p:spPr>
              <a:xfrm>
                <a:off x="826293" y="3991810"/>
                <a:ext cx="416007" cy="741943"/>
              </a:xfrm>
              <a:custGeom>
                <a:rect b="b" l="l" r="r" t="t"/>
                <a:pathLst>
                  <a:path extrusionOk="0" fill="none" h="27160" w="16217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cap="rnd" cmpd="sng" w="28575">
                <a:solidFill>
                  <a:schemeClr val="dk1"/>
                </a:solidFill>
                <a:prstDash val="solid"/>
                <a:miter lim="20923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" name="Google Shape;25;p2"/>
          <p:cNvGrpSpPr/>
          <p:nvPr/>
        </p:nvGrpSpPr>
        <p:grpSpPr>
          <a:xfrm>
            <a:off x="-125354" y="-484012"/>
            <a:ext cx="4732500" cy="828092"/>
            <a:chOff x="-2152704" y="-183271"/>
            <a:chExt cx="4732500" cy="828092"/>
          </a:xfrm>
        </p:grpSpPr>
        <p:sp>
          <p:nvSpPr>
            <p:cNvPr id="26" name="Google Shape;26;p2"/>
            <p:cNvSpPr/>
            <p:nvPr/>
          </p:nvSpPr>
          <p:spPr>
            <a:xfrm rot="-5400000">
              <a:off x="2000034" y="65846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" name="Google Shape;27;p2"/>
            <p:cNvCxnSpPr/>
            <p:nvPr/>
          </p:nvCxnSpPr>
          <p:spPr>
            <a:xfrm rot="-5400000">
              <a:off x="2354346" y="42179"/>
              <a:ext cx="45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2"/>
            <p:cNvCxnSpPr/>
            <p:nvPr/>
          </p:nvCxnSpPr>
          <p:spPr>
            <a:xfrm rot="10800000">
              <a:off x="-2152704" y="644816"/>
              <a:ext cx="4026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>
            <p:ph type="title"/>
          </p:nvPr>
        </p:nvSpPr>
        <p:spPr>
          <a:xfrm>
            <a:off x="1940675" y="2571750"/>
            <a:ext cx="5262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1" name="Google Shape;31;p3"/>
          <p:cNvSpPr txBox="1"/>
          <p:nvPr>
            <p:ph idx="1" type="subTitle"/>
          </p:nvPr>
        </p:nvSpPr>
        <p:spPr>
          <a:xfrm>
            <a:off x="1860800" y="3444025"/>
            <a:ext cx="5422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32" name="Google Shape;32;p3"/>
          <p:cNvCxnSpPr/>
          <p:nvPr/>
        </p:nvCxnSpPr>
        <p:spPr>
          <a:xfrm>
            <a:off x="-39950" y="4625657"/>
            <a:ext cx="920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" name="Google Shape;33;p3"/>
          <p:cNvSpPr/>
          <p:nvPr/>
        </p:nvSpPr>
        <p:spPr>
          <a:xfrm>
            <a:off x="7421447" y="-6"/>
            <a:ext cx="1739640" cy="1144380"/>
          </a:xfrm>
          <a:custGeom>
            <a:rect b="b" l="l" r="r" t="t"/>
            <a:pathLst>
              <a:path extrusionOk="0" fill="none" h="46033" w="6976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chemeClr val="accent1"/>
          </a:solidFill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 flipH="1">
            <a:off x="-11418" y="-6"/>
            <a:ext cx="1739640" cy="1144380"/>
          </a:xfrm>
          <a:custGeom>
            <a:rect b="b" l="l" r="r" t="t"/>
            <a:pathLst>
              <a:path extrusionOk="0" fill="none" h="46033" w="6976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chemeClr val="accent1"/>
          </a:solidFill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-37000" y="4743850"/>
            <a:ext cx="9188700" cy="41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idx="1" type="body"/>
          </p:nvPr>
        </p:nvSpPr>
        <p:spPr>
          <a:xfrm>
            <a:off x="708250" y="1291149"/>
            <a:ext cx="7728000" cy="29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indent="-342900" lvl="1" marL="9144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712700" y="365750"/>
            <a:ext cx="77187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9" name="Google Shape;39;p4"/>
          <p:cNvGrpSpPr/>
          <p:nvPr/>
        </p:nvGrpSpPr>
        <p:grpSpPr>
          <a:xfrm flipH="1">
            <a:off x="-7590769" y="-338875"/>
            <a:ext cx="8739369" cy="742000"/>
            <a:chOff x="410231" y="402400"/>
            <a:chExt cx="8739369" cy="742000"/>
          </a:xfrm>
        </p:grpSpPr>
        <p:cxnSp>
          <p:nvCxnSpPr>
            <p:cNvPr id="40" name="Google Shape;40;p4"/>
            <p:cNvCxnSpPr/>
            <p:nvPr/>
          </p:nvCxnSpPr>
          <p:spPr>
            <a:xfrm>
              <a:off x="804800" y="1144400"/>
              <a:ext cx="83448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1" name="Google Shape;41;p4"/>
            <p:cNvSpPr/>
            <p:nvPr/>
          </p:nvSpPr>
          <p:spPr>
            <a:xfrm>
              <a:off x="410231" y="402400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2" name="Google Shape;42;p4"/>
          <p:cNvCxnSpPr/>
          <p:nvPr/>
        </p:nvCxnSpPr>
        <p:spPr>
          <a:xfrm>
            <a:off x="-39950" y="4873752"/>
            <a:ext cx="920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" name="Google Shape;43;p4"/>
          <p:cNvCxnSpPr/>
          <p:nvPr/>
        </p:nvCxnSpPr>
        <p:spPr>
          <a:xfrm>
            <a:off x="-39950" y="4625657"/>
            <a:ext cx="920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" name="Google Shape;44;p4"/>
          <p:cNvSpPr/>
          <p:nvPr/>
        </p:nvSpPr>
        <p:spPr>
          <a:xfrm>
            <a:off x="-37000" y="4743850"/>
            <a:ext cx="9188700" cy="41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/>
          <p:nvPr>
            <p:ph idx="1" type="body"/>
          </p:nvPr>
        </p:nvSpPr>
        <p:spPr>
          <a:xfrm>
            <a:off x="711950" y="1868125"/>
            <a:ext cx="3860100" cy="25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400"/>
            </a:lvl1pPr>
            <a:lvl2pPr indent="-330200" lvl="1" marL="9144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7" name="Google Shape;47;p5"/>
          <p:cNvSpPr txBox="1"/>
          <p:nvPr>
            <p:ph idx="2" type="body"/>
          </p:nvPr>
        </p:nvSpPr>
        <p:spPr>
          <a:xfrm>
            <a:off x="4701525" y="1788700"/>
            <a:ext cx="3204300" cy="28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400"/>
            </a:lvl1pPr>
            <a:lvl2pPr indent="-330200" lvl="1" marL="9144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8" name="Google Shape;48;p5"/>
          <p:cNvSpPr txBox="1"/>
          <p:nvPr>
            <p:ph type="title"/>
          </p:nvPr>
        </p:nvSpPr>
        <p:spPr>
          <a:xfrm>
            <a:off x="713275" y="365750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9" name="Google Shape;49;p5"/>
          <p:cNvGrpSpPr/>
          <p:nvPr/>
        </p:nvGrpSpPr>
        <p:grpSpPr>
          <a:xfrm rot="10800000">
            <a:off x="8284183" y="0"/>
            <a:ext cx="273654" cy="5158175"/>
            <a:chOff x="270152" y="9537"/>
            <a:chExt cx="273654" cy="5158175"/>
          </a:xfrm>
        </p:grpSpPr>
        <p:grpSp>
          <p:nvGrpSpPr>
            <p:cNvPr id="50" name="Google Shape;50;p5"/>
            <p:cNvGrpSpPr/>
            <p:nvPr/>
          </p:nvGrpSpPr>
          <p:grpSpPr>
            <a:xfrm>
              <a:off x="270152" y="9537"/>
              <a:ext cx="273654" cy="393837"/>
              <a:chOff x="274914" y="8562"/>
              <a:chExt cx="273654" cy="393837"/>
            </a:xfrm>
          </p:grpSpPr>
          <p:sp>
            <p:nvSpPr>
              <p:cNvPr id="51" name="Google Shape;51;p5"/>
              <p:cNvSpPr/>
              <p:nvPr/>
            </p:nvSpPr>
            <p:spPr>
              <a:xfrm>
                <a:off x="274914" y="8562"/>
                <a:ext cx="273654" cy="98908"/>
              </a:xfrm>
              <a:custGeom>
                <a:rect b="b" l="l" r="r" t="t"/>
                <a:pathLst>
                  <a:path extrusionOk="0" fill="none" h="2282" w="8224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chemeClr val="accent1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5"/>
              <p:cNvSpPr/>
              <p:nvPr/>
            </p:nvSpPr>
            <p:spPr>
              <a:xfrm>
                <a:off x="384214" y="107423"/>
                <a:ext cx="59924" cy="294976"/>
              </a:xfrm>
              <a:custGeom>
                <a:rect b="b" l="l" r="r" t="t"/>
                <a:pathLst>
                  <a:path extrusionOk="0" fill="none" h="3307" w="1801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chemeClr val="accent1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53" name="Google Shape;53;p5"/>
            <p:cNvCxnSpPr/>
            <p:nvPr/>
          </p:nvCxnSpPr>
          <p:spPr>
            <a:xfrm rot="10800000">
              <a:off x="407094" y="414212"/>
              <a:ext cx="0" cy="4753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4" name="Google Shape;54;p5"/>
          <p:cNvGrpSpPr/>
          <p:nvPr/>
        </p:nvGrpSpPr>
        <p:grpSpPr>
          <a:xfrm>
            <a:off x="538260" y="-66750"/>
            <a:ext cx="338976" cy="1328735"/>
            <a:chOff x="628195" y="-66750"/>
            <a:chExt cx="338976" cy="1328735"/>
          </a:xfrm>
        </p:grpSpPr>
        <p:grpSp>
          <p:nvGrpSpPr>
            <p:cNvPr id="55" name="Google Shape;55;p5"/>
            <p:cNvGrpSpPr/>
            <p:nvPr/>
          </p:nvGrpSpPr>
          <p:grpSpPr>
            <a:xfrm>
              <a:off x="628195" y="768506"/>
              <a:ext cx="338976" cy="493479"/>
              <a:chOff x="1168550" y="1865650"/>
              <a:chExt cx="566850" cy="825354"/>
            </a:xfrm>
          </p:grpSpPr>
          <p:sp>
            <p:nvSpPr>
              <p:cNvPr id="56" name="Google Shape;56;p5"/>
              <p:cNvSpPr/>
              <p:nvPr/>
            </p:nvSpPr>
            <p:spPr>
              <a:xfrm>
                <a:off x="1168550" y="2165899"/>
                <a:ext cx="494807" cy="525105"/>
              </a:xfrm>
              <a:custGeom>
                <a:rect b="b" l="l" r="r" t="t"/>
                <a:pathLst>
                  <a:path extrusionOk="0" h="13602" w="14062">
                    <a:moveTo>
                      <a:pt x="12934" y="0"/>
                    </a:moveTo>
                    <a:cubicBezTo>
                      <a:pt x="10702" y="0"/>
                      <a:pt x="7811" y="1769"/>
                      <a:pt x="5012" y="1769"/>
                    </a:cubicBezTo>
                    <a:cubicBezTo>
                      <a:pt x="4452" y="1769"/>
                      <a:pt x="3895" y="1699"/>
                      <a:pt x="3348" y="1528"/>
                    </a:cubicBezTo>
                    <a:cubicBezTo>
                      <a:pt x="2950" y="1400"/>
                      <a:pt x="2563" y="1344"/>
                      <a:pt x="2188" y="1344"/>
                    </a:cubicBezTo>
                    <a:cubicBezTo>
                      <a:pt x="1400" y="1344"/>
                      <a:pt x="667" y="1592"/>
                      <a:pt x="1" y="1947"/>
                    </a:cubicBezTo>
                    <a:lnTo>
                      <a:pt x="1" y="11342"/>
                    </a:lnTo>
                    <a:cubicBezTo>
                      <a:pt x="1" y="12597"/>
                      <a:pt x="1005" y="13601"/>
                      <a:pt x="2260" y="13601"/>
                    </a:cubicBezTo>
                    <a:lnTo>
                      <a:pt x="11802" y="13601"/>
                    </a:lnTo>
                    <a:cubicBezTo>
                      <a:pt x="13057" y="13601"/>
                      <a:pt x="14061" y="12597"/>
                      <a:pt x="14061" y="11342"/>
                    </a:cubicBezTo>
                    <a:lnTo>
                      <a:pt x="14061" y="189"/>
                    </a:lnTo>
                    <a:cubicBezTo>
                      <a:pt x="13709" y="57"/>
                      <a:pt x="13332" y="0"/>
                      <a:pt x="12934" y="0"/>
                    </a:cubicBezTo>
                    <a:close/>
                  </a:path>
                </a:pathLst>
              </a:custGeom>
              <a:solidFill>
                <a:srgbClr val="B2090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5"/>
              <p:cNvSpPr/>
              <p:nvPr/>
            </p:nvSpPr>
            <p:spPr>
              <a:xfrm>
                <a:off x="1429625" y="1865650"/>
                <a:ext cx="125050" cy="84072"/>
              </a:xfrm>
              <a:custGeom>
                <a:rect b="b" l="l" r="r" t="t"/>
                <a:pathLst>
                  <a:path extrusionOk="0" fill="none" h="6320" w="5002">
                    <a:moveTo>
                      <a:pt x="5001" y="3160"/>
                    </a:moveTo>
                    <a:cubicBezTo>
                      <a:pt x="5001" y="4896"/>
                      <a:pt x="3892" y="6319"/>
                      <a:pt x="2511" y="6319"/>
                    </a:cubicBezTo>
                    <a:cubicBezTo>
                      <a:pt x="1130" y="6319"/>
                      <a:pt x="0" y="4896"/>
                      <a:pt x="0" y="3160"/>
                    </a:cubicBezTo>
                    <a:cubicBezTo>
                      <a:pt x="0" y="1423"/>
                      <a:pt x="1130" y="0"/>
                      <a:pt x="2511" y="0"/>
                    </a:cubicBezTo>
                    <a:cubicBezTo>
                      <a:pt x="3892" y="0"/>
                      <a:pt x="5001" y="1423"/>
                      <a:pt x="5001" y="3160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20923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5"/>
              <p:cNvSpPr/>
              <p:nvPr/>
            </p:nvSpPr>
            <p:spPr>
              <a:xfrm>
                <a:off x="1248900" y="1949725"/>
                <a:ext cx="486500" cy="662250"/>
              </a:xfrm>
              <a:custGeom>
                <a:rect b="b" l="l" r="r" t="t"/>
                <a:pathLst>
                  <a:path extrusionOk="0" h="26490" w="19460">
                    <a:moveTo>
                      <a:pt x="0" y="0"/>
                    </a:moveTo>
                    <a:lnTo>
                      <a:pt x="0" y="24983"/>
                    </a:lnTo>
                    <a:cubicBezTo>
                      <a:pt x="0" y="25820"/>
                      <a:pt x="670" y="26490"/>
                      <a:pt x="1507" y="26490"/>
                    </a:cubicBezTo>
                    <a:lnTo>
                      <a:pt x="17953" y="26490"/>
                    </a:lnTo>
                    <a:cubicBezTo>
                      <a:pt x="18790" y="26490"/>
                      <a:pt x="19459" y="25820"/>
                      <a:pt x="19459" y="24983"/>
                    </a:cubicBezTo>
                    <a:lnTo>
                      <a:pt x="19459" y="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9" name="Google Shape;59;p5"/>
              <p:cNvGrpSpPr/>
              <p:nvPr/>
            </p:nvGrpSpPr>
            <p:grpSpPr>
              <a:xfrm>
                <a:off x="1405624" y="2301079"/>
                <a:ext cx="208705" cy="208705"/>
                <a:chOff x="1430400" y="2325825"/>
                <a:chExt cx="159050" cy="159050"/>
              </a:xfrm>
            </p:grpSpPr>
            <p:sp>
              <p:nvSpPr>
                <p:cNvPr id="60" name="Google Shape;60;p5"/>
                <p:cNvSpPr/>
                <p:nvPr/>
              </p:nvSpPr>
              <p:spPr>
                <a:xfrm>
                  <a:off x="1486900" y="2325825"/>
                  <a:ext cx="46575" cy="159050"/>
                </a:xfrm>
                <a:custGeom>
                  <a:rect b="b" l="l" r="r" t="t"/>
                  <a:pathLst>
                    <a:path extrusionOk="0" h="6362" w="1863">
                      <a:moveTo>
                        <a:pt x="1" y="0"/>
                      </a:moveTo>
                      <a:lnTo>
                        <a:pt x="1" y="6361"/>
                      </a:lnTo>
                      <a:lnTo>
                        <a:pt x="1863" y="6361"/>
                      </a:lnTo>
                      <a:lnTo>
                        <a:pt x="186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" name="Google Shape;61;p5"/>
                <p:cNvSpPr/>
                <p:nvPr/>
              </p:nvSpPr>
              <p:spPr>
                <a:xfrm>
                  <a:off x="1430400" y="2382325"/>
                  <a:ext cx="159050" cy="46575"/>
                </a:xfrm>
                <a:custGeom>
                  <a:rect b="b" l="l" r="r" t="t"/>
                  <a:pathLst>
                    <a:path extrusionOk="0" h="1863" w="6362">
                      <a:moveTo>
                        <a:pt x="1" y="0"/>
                      </a:moveTo>
                      <a:lnTo>
                        <a:pt x="1" y="1862"/>
                      </a:lnTo>
                      <a:lnTo>
                        <a:pt x="6362" y="1862"/>
                      </a:lnTo>
                      <a:lnTo>
                        <a:pt x="636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62" name="Google Shape;62;p5"/>
            <p:cNvCxnSpPr/>
            <p:nvPr/>
          </p:nvCxnSpPr>
          <p:spPr>
            <a:xfrm rot="10800000">
              <a:off x="821713" y="-66750"/>
              <a:ext cx="0" cy="827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>
            <p:ph type="title"/>
          </p:nvPr>
        </p:nvSpPr>
        <p:spPr>
          <a:xfrm>
            <a:off x="713275" y="365750"/>
            <a:ext cx="7717500" cy="15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5" name="Google Shape;65;p6"/>
          <p:cNvSpPr/>
          <p:nvPr/>
        </p:nvSpPr>
        <p:spPr>
          <a:xfrm flipH="1">
            <a:off x="8040709" y="4430148"/>
            <a:ext cx="1127845" cy="741937"/>
          </a:xfrm>
          <a:custGeom>
            <a:rect b="b" l="l" r="r" t="t"/>
            <a:pathLst>
              <a:path extrusionOk="0" fill="none" h="46033" w="6976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rgbClr val="850707"/>
          </a:solidFill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" name="Google Shape;66;p6"/>
          <p:cNvCxnSpPr/>
          <p:nvPr/>
        </p:nvCxnSpPr>
        <p:spPr>
          <a:xfrm>
            <a:off x="1211500" y="410975"/>
            <a:ext cx="7938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6"/>
          <p:cNvSpPr/>
          <p:nvPr/>
        </p:nvSpPr>
        <p:spPr>
          <a:xfrm>
            <a:off x="827056" y="-331025"/>
            <a:ext cx="416007" cy="741943"/>
          </a:xfrm>
          <a:custGeom>
            <a:rect b="b" l="l" r="r" t="t"/>
            <a:pathLst>
              <a:path extrusionOk="0" fill="none" h="27160" w="16217">
                <a:moveTo>
                  <a:pt x="1" y="1"/>
                </a:moveTo>
                <a:lnTo>
                  <a:pt x="1" y="13475"/>
                </a:lnTo>
                <a:cubicBezTo>
                  <a:pt x="1" y="21029"/>
                  <a:pt x="6110" y="27159"/>
                  <a:pt x="13685" y="27159"/>
                </a:cubicBezTo>
                <a:lnTo>
                  <a:pt x="16216" y="27159"/>
                </a:lnTo>
              </a:path>
            </a:pathLst>
          </a:custGeom>
          <a:noFill/>
          <a:ln cap="rnd" cmpd="sng" w="28575">
            <a:solidFill>
              <a:schemeClr val="dk1"/>
            </a:solidFill>
            <a:prstDash val="solid"/>
            <a:miter lim="2092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 flipH="1" rot="5400000">
            <a:off x="-218066" y="4247148"/>
            <a:ext cx="1127845" cy="741937"/>
          </a:xfrm>
          <a:custGeom>
            <a:rect b="b" l="l" r="r" t="t"/>
            <a:pathLst>
              <a:path extrusionOk="0" fill="none" h="46033" w="6976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rgbClr val="850707"/>
          </a:solidFill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7"/>
          <p:cNvGrpSpPr/>
          <p:nvPr/>
        </p:nvGrpSpPr>
        <p:grpSpPr>
          <a:xfrm>
            <a:off x="270152" y="9537"/>
            <a:ext cx="273654" cy="4751063"/>
            <a:chOff x="270152" y="9537"/>
            <a:chExt cx="273654" cy="4751063"/>
          </a:xfrm>
        </p:grpSpPr>
        <p:grpSp>
          <p:nvGrpSpPr>
            <p:cNvPr id="71" name="Google Shape;71;p7"/>
            <p:cNvGrpSpPr/>
            <p:nvPr/>
          </p:nvGrpSpPr>
          <p:grpSpPr>
            <a:xfrm>
              <a:off x="270152" y="9537"/>
              <a:ext cx="273654" cy="393837"/>
              <a:chOff x="274914" y="8562"/>
              <a:chExt cx="273654" cy="393837"/>
            </a:xfrm>
          </p:grpSpPr>
          <p:sp>
            <p:nvSpPr>
              <p:cNvPr id="72" name="Google Shape;72;p7"/>
              <p:cNvSpPr/>
              <p:nvPr/>
            </p:nvSpPr>
            <p:spPr>
              <a:xfrm>
                <a:off x="274914" y="8562"/>
                <a:ext cx="273654" cy="98908"/>
              </a:xfrm>
              <a:custGeom>
                <a:rect b="b" l="l" r="r" t="t"/>
                <a:pathLst>
                  <a:path extrusionOk="0" fill="none" h="2282" w="8224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chemeClr val="accent1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7"/>
              <p:cNvSpPr/>
              <p:nvPr/>
            </p:nvSpPr>
            <p:spPr>
              <a:xfrm>
                <a:off x="384214" y="107423"/>
                <a:ext cx="59924" cy="294976"/>
              </a:xfrm>
              <a:custGeom>
                <a:rect b="b" l="l" r="r" t="t"/>
                <a:pathLst>
                  <a:path extrusionOk="0" fill="none" h="3307" w="1801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chemeClr val="accent1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74" name="Google Shape;74;p7"/>
            <p:cNvCxnSpPr/>
            <p:nvPr/>
          </p:nvCxnSpPr>
          <p:spPr>
            <a:xfrm rot="10800000">
              <a:off x="407100" y="414200"/>
              <a:ext cx="0" cy="4346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924451" y="1568175"/>
            <a:ext cx="3142200" cy="16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76" name="Google Shape;76;p7"/>
          <p:cNvSpPr txBox="1"/>
          <p:nvPr>
            <p:ph type="title"/>
          </p:nvPr>
        </p:nvSpPr>
        <p:spPr>
          <a:xfrm>
            <a:off x="841500" y="614900"/>
            <a:ext cx="3308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7" name="Google Shape;77;p7"/>
          <p:cNvSpPr/>
          <p:nvPr/>
        </p:nvSpPr>
        <p:spPr>
          <a:xfrm>
            <a:off x="-11850" y="4736400"/>
            <a:ext cx="9167700" cy="41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8200" y="1198250"/>
            <a:ext cx="3241200" cy="27471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grpSp>
        <p:nvGrpSpPr>
          <p:cNvPr id="80" name="Google Shape;80;p8"/>
          <p:cNvGrpSpPr/>
          <p:nvPr/>
        </p:nvGrpSpPr>
        <p:grpSpPr>
          <a:xfrm>
            <a:off x="-318125" y="820503"/>
            <a:ext cx="9462060" cy="4329256"/>
            <a:chOff x="-318125" y="820503"/>
            <a:chExt cx="9462060" cy="4329256"/>
          </a:xfrm>
        </p:grpSpPr>
        <p:cxnSp>
          <p:nvCxnSpPr>
            <p:cNvPr id="81" name="Google Shape;81;p8"/>
            <p:cNvCxnSpPr/>
            <p:nvPr/>
          </p:nvCxnSpPr>
          <p:spPr>
            <a:xfrm>
              <a:off x="826250" y="1215072"/>
              <a:ext cx="0" cy="3162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2" name="Google Shape;82;p8"/>
            <p:cNvSpPr/>
            <p:nvPr/>
          </p:nvSpPr>
          <p:spPr>
            <a:xfrm flipH="1" rot="-5400000">
              <a:off x="247218" y="657535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3" name="Google Shape;83;p8"/>
            <p:cNvCxnSpPr/>
            <p:nvPr/>
          </p:nvCxnSpPr>
          <p:spPr>
            <a:xfrm>
              <a:off x="-95525" y="598647"/>
              <a:ext cx="0" cy="445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84" name="Google Shape;84;p8"/>
            <p:cNvGrpSpPr/>
            <p:nvPr/>
          </p:nvGrpSpPr>
          <p:grpSpPr>
            <a:xfrm>
              <a:off x="826293" y="3991810"/>
              <a:ext cx="8317642" cy="1157950"/>
              <a:chOff x="826293" y="3991810"/>
              <a:chExt cx="8317642" cy="1157950"/>
            </a:xfrm>
          </p:grpSpPr>
          <p:grpSp>
            <p:nvGrpSpPr>
              <p:cNvPr id="85" name="Google Shape;85;p8"/>
              <p:cNvGrpSpPr/>
              <p:nvPr/>
            </p:nvGrpSpPr>
            <p:grpSpPr>
              <a:xfrm rot="5400000">
                <a:off x="4980466" y="986290"/>
                <a:ext cx="416007" cy="7910933"/>
                <a:chOff x="4156006" y="4045647"/>
                <a:chExt cx="416007" cy="9149818"/>
              </a:xfrm>
            </p:grpSpPr>
            <p:sp>
              <p:nvSpPr>
                <p:cNvPr id="86" name="Google Shape;86;p8"/>
                <p:cNvSpPr/>
                <p:nvPr/>
              </p:nvSpPr>
              <p:spPr>
                <a:xfrm flipH="1" rot="10800000">
                  <a:off x="4156006" y="4045647"/>
                  <a:ext cx="416007" cy="741943"/>
                </a:xfrm>
                <a:custGeom>
                  <a:rect b="b" l="l" r="r" t="t"/>
                  <a:pathLst>
                    <a:path extrusionOk="0" fill="none" h="27160" w="16217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cap="rnd" cmpd="sng" w="28575">
                  <a:solidFill>
                    <a:schemeClr val="dk1"/>
                  </a:solidFill>
                  <a:prstDash val="solid"/>
                  <a:miter lim="20923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87" name="Google Shape;87;p8"/>
                <p:cNvCxnSpPr/>
                <p:nvPr/>
              </p:nvCxnSpPr>
              <p:spPr>
                <a:xfrm rot="5400000">
                  <a:off x="-68600" y="8970116"/>
                  <a:ext cx="84507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88" name="Google Shape;88;p8"/>
              <p:cNvSpPr/>
              <p:nvPr/>
            </p:nvSpPr>
            <p:spPr>
              <a:xfrm>
                <a:off x="826293" y="3991810"/>
                <a:ext cx="416007" cy="741943"/>
              </a:xfrm>
              <a:custGeom>
                <a:rect b="b" l="l" r="r" t="t"/>
                <a:pathLst>
                  <a:path extrusionOk="0" fill="none" h="27160" w="16217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cap="rnd" cmpd="sng" w="28575">
                <a:solidFill>
                  <a:schemeClr val="dk1"/>
                </a:solidFill>
                <a:prstDash val="solid"/>
                <a:miter lim="20923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"/>
          <p:cNvSpPr txBox="1"/>
          <p:nvPr>
            <p:ph idx="1" type="body"/>
          </p:nvPr>
        </p:nvSpPr>
        <p:spPr>
          <a:xfrm>
            <a:off x="1519225" y="1548790"/>
            <a:ext cx="6105600" cy="12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1" name="Google Shape;91;p9"/>
          <p:cNvSpPr txBox="1"/>
          <p:nvPr>
            <p:ph type="title"/>
          </p:nvPr>
        </p:nvSpPr>
        <p:spPr>
          <a:xfrm>
            <a:off x="2917955" y="614900"/>
            <a:ext cx="3308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92" name="Google Shape;92;p9"/>
          <p:cNvCxnSpPr/>
          <p:nvPr/>
        </p:nvCxnSpPr>
        <p:spPr>
          <a:xfrm>
            <a:off x="-39950" y="4625657"/>
            <a:ext cx="920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9"/>
          <p:cNvSpPr/>
          <p:nvPr/>
        </p:nvSpPr>
        <p:spPr>
          <a:xfrm>
            <a:off x="-11850" y="4736400"/>
            <a:ext cx="9167700" cy="41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9"/>
          <p:cNvGrpSpPr/>
          <p:nvPr/>
        </p:nvGrpSpPr>
        <p:grpSpPr>
          <a:xfrm rot="10800000">
            <a:off x="8600601" y="0"/>
            <a:ext cx="963555" cy="2572493"/>
            <a:chOff x="-912" y="2571000"/>
            <a:chExt cx="963555" cy="2572493"/>
          </a:xfrm>
        </p:grpSpPr>
        <p:sp>
          <p:nvSpPr>
            <p:cNvPr id="95" name="Google Shape;95;p9"/>
            <p:cNvSpPr/>
            <p:nvPr/>
          </p:nvSpPr>
          <p:spPr>
            <a:xfrm rot="10800000">
              <a:off x="688989" y="5044586"/>
              <a:ext cx="273654" cy="98908"/>
            </a:xfrm>
            <a:custGeom>
              <a:rect b="b" l="l" r="r" t="t"/>
              <a:pathLst>
                <a:path extrusionOk="0" fill="none" h="2282" w="8224">
                  <a:moveTo>
                    <a:pt x="1" y="1"/>
                  </a:moveTo>
                  <a:lnTo>
                    <a:pt x="8224" y="1"/>
                  </a:lnTo>
                  <a:lnTo>
                    <a:pt x="8224" y="2281"/>
                  </a:lnTo>
                  <a:lnTo>
                    <a:pt x="1" y="2281"/>
                  </a:lnTo>
                  <a:close/>
                </a:path>
              </a:pathLst>
            </a:custGeom>
            <a:solidFill>
              <a:schemeClr val="accent1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9"/>
            <p:cNvSpPr/>
            <p:nvPr/>
          </p:nvSpPr>
          <p:spPr>
            <a:xfrm rot="10800000">
              <a:off x="793419" y="4749656"/>
              <a:ext cx="59924" cy="294976"/>
            </a:xfrm>
            <a:custGeom>
              <a:rect b="b" l="l" r="r" t="t"/>
              <a:pathLst>
                <a:path extrusionOk="0" fill="none" h="3307" w="1801">
                  <a:moveTo>
                    <a:pt x="1" y="0"/>
                  </a:moveTo>
                  <a:lnTo>
                    <a:pt x="1800" y="0"/>
                  </a:lnTo>
                  <a:lnTo>
                    <a:pt x="1800" y="3306"/>
                  </a:lnTo>
                  <a:lnTo>
                    <a:pt x="1" y="3306"/>
                  </a:lnTo>
                  <a:close/>
                </a:path>
              </a:pathLst>
            </a:custGeom>
            <a:solidFill>
              <a:schemeClr val="accent1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9"/>
            <p:cNvSpPr/>
            <p:nvPr/>
          </p:nvSpPr>
          <p:spPr>
            <a:xfrm rot="10800000">
              <a:off x="412148" y="2571787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8" name="Google Shape;98;p9"/>
            <p:cNvCxnSpPr/>
            <p:nvPr/>
          </p:nvCxnSpPr>
          <p:spPr>
            <a:xfrm rot="10800000">
              <a:off x="-912" y="2571000"/>
              <a:ext cx="45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" name="Google Shape;99;p9"/>
            <p:cNvCxnSpPr/>
            <p:nvPr/>
          </p:nvCxnSpPr>
          <p:spPr>
            <a:xfrm>
              <a:off x="827175" y="3276600"/>
              <a:ext cx="0" cy="1484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0" name="Google Shape;100;p9"/>
          <p:cNvGrpSpPr/>
          <p:nvPr/>
        </p:nvGrpSpPr>
        <p:grpSpPr>
          <a:xfrm flipH="1" rot="10800000">
            <a:off x="-410456" y="0"/>
            <a:ext cx="963555" cy="2572493"/>
            <a:chOff x="-912" y="2571000"/>
            <a:chExt cx="963555" cy="2572493"/>
          </a:xfrm>
        </p:grpSpPr>
        <p:sp>
          <p:nvSpPr>
            <p:cNvPr id="101" name="Google Shape;101;p9"/>
            <p:cNvSpPr/>
            <p:nvPr/>
          </p:nvSpPr>
          <p:spPr>
            <a:xfrm rot="10800000">
              <a:off x="688989" y="5044586"/>
              <a:ext cx="273654" cy="98908"/>
            </a:xfrm>
            <a:custGeom>
              <a:rect b="b" l="l" r="r" t="t"/>
              <a:pathLst>
                <a:path extrusionOk="0" fill="none" h="2282" w="8224">
                  <a:moveTo>
                    <a:pt x="1" y="1"/>
                  </a:moveTo>
                  <a:lnTo>
                    <a:pt x="8224" y="1"/>
                  </a:lnTo>
                  <a:lnTo>
                    <a:pt x="8224" y="2281"/>
                  </a:lnTo>
                  <a:lnTo>
                    <a:pt x="1" y="2281"/>
                  </a:lnTo>
                  <a:close/>
                </a:path>
              </a:pathLst>
            </a:custGeom>
            <a:solidFill>
              <a:schemeClr val="accent1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 rot="10800000">
              <a:off x="793419" y="4749656"/>
              <a:ext cx="59924" cy="294976"/>
            </a:xfrm>
            <a:custGeom>
              <a:rect b="b" l="l" r="r" t="t"/>
              <a:pathLst>
                <a:path extrusionOk="0" fill="none" h="3307" w="1801">
                  <a:moveTo>
                    <a:pt x="1" y="0"/>
                  </a:moveTo>
                  <a:lnTo>
                    <a:pt x="1800" y="0"/>
                  </a:lnTo>
                  <a:lnTo>
                    <a:pt x="1800" y="3306"/>
                  </a:lnTo>
                  <a:lnTo>
                    <a:pt x="1" y="3306"/>
                  </a:lnTo>
                  <a:close/>
                </a:path>
              </a:pathLst>
            </a:custGeom>
            <a:solidFill>
              <a:schemeClr val="accent1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 rot="10800000">
              <a:off x="412148" y="2571787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4" name="Google Shape;104;p9"/>
            <p:cNvCxnSpPr/>
            <p:nvPr/>
          </p:nvCxnSpPr>
          <p:spPr>
            <a:xfrm rot="10800000">
              <a:off x="-912" y="2571000"/>
              <a:ext cx="45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" name="Google Shape;105;p9"/>
            <p:cNvCxnSpPr/>
            <p:nvPr/>
          </p:nvCxnSpPr>
          <p:spPr>
            <a:xfrm>
              <a:off x="827175" y="3276600"/>
              <a:ext cx="0" cy="1484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 txBox="1"/>
          <p:nvPr>
            <p:ph type="title"/>
          </p:nvPr>
        </p:nvSpPr>
        <p:spPr>
          <a:xfrm>
            <a:off x="731075" y="365754"/>
            <a:ext cx="8036100" cy="8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108" name="Google Shape;108;p10"/>
          <p:cNvCxnSpPr/>
          <p:nvPr/>
        </p:nvCxnSpPr>
        <p:spPr>
          <a:xfrm>
            <a:off x="-46412" y="4619195"/>
            <a:ext cx="920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/>
          <p:nvPr>
            <p:ph type="title"/>
          </p:nvPr>
        </p:nvSpPr>
        <p:spPr>
          <a:xfrm>
            <a:off x="1655575" y="365745"/>
            <a:ext cx="5832900" cy="82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111" name="Google Shape;111;p11"/>
          <p:cNvCxnSpPr/>
          <p:nvPr/>
        </p:nvCxnSpPr>
        <p:spPr>
          <a:xfrm>
            <a:off x="-46412" y="4619195"/>
            <a:ext cx="920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1"/>
          <p:cNvSpPr/>
          <p:nvPr/>
        </p:nvSpPr>
        <p:spPr>
          <a:xfrm>
            <a:off x="-46400" y="4729950"/>
            <a:ext cx="9246600" cy="41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3" name="Google Shape;113;p11"/>
          <p:cNvCxnSpPr>
            <a:stCxn id="114" idx="2"/>
          </p:cNvCxnSpPr>
          <p:nvPr/>
        </p:nvCxnSpPr>
        <p:spPr>
          <a:xfrm>
            <a:off x="406484" y="2568259"/>
            <a:ext cx="8329800" cy="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" name="Google Shape;115;p11"/>
          <p:cNvGrpSpPr/>
          <p:nvPr/>
        </p:nvGrpSpPr>
        <p:grpSpPr>
          <a:xfrm rot="-5400000">
            <a:off x="-92438" y="2216098"/>
            <a:ext cx="273654" cy="724191"/>
            <a:chOff x="4436614" y="-316191"/>
            <a:chExt cx="273654" cy="724191"/>
          </a:xfrm>
        </p:grpSpPr>
        <p:cxnSp>
          <p:nvCxnSpPr>
            <p:cNvPr id="116" name="Google Shape;116;p11"/>
            <p:cNvCxnSpPr/>
            <p:nvPr/>
          </p:nvCxnSpPr>
          <p:spPr>
            <a:xfrm rot="10800000">
              <a:off x="4572750" y="-316191"/>
              <a:ext cx="0" cy="445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7" name="Google Shape;117;p11"/>
            <p:cNvSpPr/>
            <p:nvPr/>
          </p:nvSpPr>
          <p:spPr>
            <a:xfrm>
              <a:off x="4446425" y="14275"/>
              <a:ext cx="262500" cy="91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4560575" y="117000"/>
              <a:ext cx="45600" cy="291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" name="Google Shape;118;p11"/>
            <p:cNvGrpSpPr/>
            <p:nvPr/>
          </p:nvGrpSpPr>
          <p:grpSpPr>
            <a:xfrm>
              <a:off x="4436614" y="8562"/>
              <a:ext cx="273654" cy="393837"/>
              <a:chOff x="274914" y="8562"/>
              <a:chExt cx="273654" cy="393837"/>
            </a:xfrm>
          </p:grpSpPr>
          <p:sp>
            <p:nvSpPr>
              <p:cNvPr id="119" name="Google Shape;119;p11"/>
              <p:cNvSpPr/>
              <p:nvPr/>
            </p:nvSpPr>
            <p:spPr>
              <a:xfrm>
                <a:off x="274914" y="8562"/>
                <a:ext cx="273654" cy="98908"/>
              </a:xfrm>
              <a:custGeom>
                <a:rect b="b" l="l" r="r" t="t"/>
                <a:pathLst>
                  <a:path extrusionOk="0" fill="none" h="2282" w="8224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11"/>
              <p:cNvSpPr/>
              <p:nvPr/>
            </p:nvSpPr>
            <p:spPr>
              <a:xfrm>
                <a:off x="384214" y="107423"/>
                <a:ext cx="59924" cy="294976"/>
              </a:xfrm>
              <a:custGeom>
                <a:rect b="b" l="l" r="r" t="t"/>
                <a:pathLst>
                  <a:path extrusionOk="0" fill="none" h="3307" w="1801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1" name="Google Shape;121;p11"/>
          <p:cNvGrpSpPr/>
          <p:nvPr/>
        </p:nvGrpSpPr>
        <p:grpSpPr>
          <a:xfrm rot="5400000">
            <a:off x="8953918" y="2209636"/>
            <a:ext cx="273654" cy="724191"/>
            <a:chOff x="4436614" y="-316191"/>
            <a:chExt cx="273654" cy="724191"/>
          </a:xfrm>
        </p:grpSpPr>
        <p:cxnSp>
          <p:nvCxnSpPr>
            <p:cNvPr id="122" name="Google Shape;122;p11"/>
            <p:cNvCxnSpPr/>
            <p:nvPr/>
          </p:nvCxnSpPr>
          <p:spPr>
            <a:xfrm rot="10800000">
              <a:off x="4572750" y="-316191"/>
              <a:ext cx="0" cy="445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3" name="Google Shape;123;p11"/>
            <p:cNvSpPr/>
            <p:nvPr/>
          </p:nvSpPr>
          <p:spPr>
            <a:xfrm>
              <a:off x="4446425" y="14275"/>
              <a:ext cx="262500" cy="91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>
              <a:off x="4560575" y="117000"/>
              <a:ext cx="45600" cy="291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5" name="Google Shape;125;p11"/>
            <p:cNvGrpSpPr/>
            <p:nvPr/>
          </p:nvGrpSpPr>
          <p:grpSpPr>
            <a:xfrm>
              <a:off x="4436614" y="8562"/>
              <a:ext cx="273654" cy="393837"/>
              <a:chOff x="274914" y="8562"/>
              <a:chExt cx="273654" cy="393837"/>
            </a:xfrm>
          </p:grpSpPr>
          <p:sp>
            <p:nvSpPr>
              <p:cNvPr id="126" name="Google Shape;126;p11"/>
              <p:cNvSpPr/>
              <p:nvPr/>
            </p:nvSpPr>
            <p:spPr>
              <a:xfrm>
                <a:off x="274914" y="8562"/>
                <a:ext cx="273654" cy="98908"/>
              </a:xfrm>
              <a:custGeom>
                <a:rect b="b" l="l" r="r" t="t"/>
                <a:pathLst>
                  <a:path extrusionOk="0" fill="none" h="2282" w="8224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11"/>
              <p:cNvSpPr/>
              <p:nvPr/>
            </p:nvSpPr>
            <p:spPr>
              <a:xfrm>
                <a:off x="384214" y="107423"/>
                <a:ext cx="59924" cy="294976"/>
              </a:xfrm>
              <a:custGeom>
                <a:rect b="b" l="l" r="r" t="t"/>
                <a:pathLst>
                  <a:path extrusionOk="0" fill="none" h="3307" w="1801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8" name="Google Shape;128;p11"/>
          <p:cNvSpPr txBox="1"/>
          <p:nvPr>
            <p:ph hasCustomPrompt="1" idx="2" type="title"/>
          </p:nvPr>
        </p:nvSpPr>
        <p:spPr>
          <a:xfrm>
            <a:off x="2953800" y="1956750"/>
            <a:ext cx="3236400" cy="1230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1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9" name="Google Shape;129;p11"/>
          <p:cNvSpPr txBox="1"/>
          <p:nvPr>
            <p:ph idx="1" type="subTitle"/>
          </p:nvPr>
        </p:nvSpPr>
        <p:spPr>
          <a:xfrm>
            <a:off x="2574325" y="3244700"/>
            <a:ext cx="3995400" cy="3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3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 txBox="1"/>
          <p:nvPr>
            <p:ph type="title"/>
          </p:nvPr>
        </p:nvSpPr>
        <p:spPr>
          <a:xfrm>
            <a:off x="713250" y="365750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33" name="Google Shape;133;p13"/>
          <p:cNvGrpSpPr/>
          <p:nvPr/>
        </p:nvGrpSpPr>
        <p:grpSpPr>
          <a:xfrm>
            <a:off x="-520681" y="-80987"/>
            <a:ext cx="1135875" cy="1349306"/>
            <a:chOff x="9519" y="-14212"/>
            <a:chExt cx="1135875" cy="1349306"/>
          </a:xfrm>
        </p:grpSpPr>
        <p:sp>
          <p:nvSpPr>
            <p:cNvPr id="134" name="Google Shape;134;p13"/>
            <p:cNvSpPr/>
            <p:nvPr/>
          </p:nvSpPr>
          <p:spPr>
            <a:xfrm rot="-5400000">
              <a:off x="-77854" y="1148813"/>
              <a:ext cx="273654" cy="98908"/>
            </a:xfrm>
            <a:custGeom>
              <a:rect b="b" l="l" r="r" t="t"/>
              <a:pathLst>
                <a:path extrusionOk="0" fill="none" h="2282" w="8224">
                  <a:moveTo>
                    <a:pt x="1" y="1"/>
                  </a:moveTo>
                  <a:lnTo>
                    <a:pt x="8224" y="1"/>
                  </a:lnTo>
                  <a:lnTo>
                    <a:pt x="8224" y="2281"/>
                  </a:lnTo>
                  <a:lnTo>
                    <a:pt x="1" y="2281"/>
                  </a:lnTo>
                  <a:close/>
                </a:path>
              </a:pathLst>
            </a:custGeom>
            <a:solidFill>
              <a:schemeClr val="accent1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 rot="-5400000">
              <a:off x="225906" y="1048343"/>
              <a:ext cx="59924" cy="294976"/>
            </a:xfrm>
            <a:custGeom>
              <a:rect b="b" l="l" r="r" t="t"/>
              <a:pathLst>
                <a:path extrusionOk="0" fill="none" h="3307" w="1801">
                  <a:moveTo>
                    <a:pt x="1" y="0"/>
                  </a:moveTo>
                  <a:lnTo>
                    <a:pt x="1800" y="0"/>
                  </a:lnTo>
                  <a:lnTo>
                    <a:pt x="1800" y="3306"/>
                  </a:lnTo>
                  <a:lnTo>
                    <a:pt x="1" y="3306"/>
                  </a:lnTo>
                  <a:close/>
                </a:path>
              </a:pathLst>
            </a:custGeom>
            <a:solidFill>
              <a:schemeClr val="accent1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 rot="-5400000">
              <a:off x="566325" y="616868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7" name="Google Shape;137;p13"/>
            <p:cNvCxnSpPr/>
            <p:nvPr/>
          </p:nvCxnSpPr>
          <p:spPr>
            <a:xfrm rot="10800000">
              <a:off x="1145394" y="-14212"/>
              <a:ext cx="0" cy="790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8" name="Google Shape;138;p13"/>
          <p:cNvGrpSpPr/>
          <p:nvPr/>
        </p:nvGrpSpPr>
        <p:grpSpPr>
          <a:xfrm>
            <a:off x="8323500" y="-334844"/>
            <a:ext cx="851600" cy="741944"/>
            <a:chOff x="8323500" y="-334844"/>
            <a:chExt cx="851600" cy="741944"/>
          </a:xfrm>
        </p:grpSpPr>
        <p:cxnSp>
          <p:nvCxnSpPr>
            <p:cNvPr id="139" name="Google Shape;139;p13"/>
            <p:cNvCxnSpPr/>
            <p:nvPr/>
          </p:nvCxnSpPr>
          <p:spPr>
            <a:xfrm>
              <a:off x="8739500" y="407100"/>
              <a:ext cx="4356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0" name="Google Shape;140;p13"/>
            <p:cNvSpPr/>
            <p:nvPr/>
          </p:nvSpPr>
          <p:spPr>
            <a:xfrm>
              <a:off x="8323500" y="-334844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13"/>
          <p:cNvSpPr/>
          <p:nvPr/>
        </p:nvSpPr>
        <p:spPr>
          <a:xfrm rot="-5400000">
            <a:off x="8214613" y="4247148"/>
            <a:ext cx="1127845" cy="741937"/>
          </a:xfrm>
          <a:custGeom>
            <a:rect b="b" l="l" r="r" t="t"/>
            <a:pathLst>
              <a:path extrusionOk="0" fill="none" h="46033" w="6976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chemeClr val="accent1"/>
          </a:solidFill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3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type="title"/>
          </p:nvPr>
        </p:nvSpPr>
        <p:spPr>
          <a:xfrm>
            <a:off x="713275" y="365750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44" name="Google Shape;144;p14"/>
          <p:cNvGrpSpPr/>
          <p:nvPr/>
        </p:nvGrpSpPr>
        <p:grpSpPr>
          <a:xfrm flipH="1" rot="10800000">
            <a:off x="-6458" y="-218059"/>
            <a:ext cx="1543841" cy="2636834"/>
            <a:chOff x="410253" y="2571741"/>
            <a:chExt cx="1543841" cy="2636834"/>
          </a:xfrm>
        </p:grpSpPr>
        <p:sp>
          <p:nvSpPr>
            <p:cNvPr id="145" name="Google Shape;145;p14"/>
            <p:cNvSpPr/>
            <p:nvPr/>
          </p:nvSpPr>
          <p:spPr>
            <a:xfrm>
              <a:off x="826250" y="4388036"/>
              <a:ext cx="1127845" cy="820538"/>
            </a:xfrm>
            <a:custGeom>
              <a:rect b="b" l="l" r="r" t="t"/>
              <a:pathLst>
                <a:path extrusionOk="0" fill="none" h="46033" w="69760">
                  <a:moveTo>
                    <a:pt x="0" y="0"/>
                  </a:moveTo>
                  <a:lnTo>
                    <a:pt x="0" y="0"/>
                  </a:lnTo>
                  <a:cubicBezTo>
                    <a:pt x="0" y="10755"/>
                    <a:pt x="8726" y="19480"/>
                    <a:pt x="19480" y="19480"/>
                  </a:cubicBezTo>
                  <a:lnTo>
                    <a:pt x="50280" y="19480"/>
                  </a:lnTo>
                  <a:cubicBezTo>
                    <a:pt x="61035" y="19480"/>
                    <a:pt x="69760" y="28205"/>
                    <a:pt x="69760" y="38960"/>
                  </a:cubicBezTo>
                  <a:lnTo>
                    <a:pt x="69760" y="46032"/>
                  </a:lnTo>
                </a:path>
              </a:pathLst>
            </a:custGeom>
            <a:solidFill>
              <a:srgbClr val="850707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6" name="Google Shape;146;p14"/>
            <p:cNvCxnSpPr/>
            <p:nvPr/>
          </p:nvCxnSpPr>
          <p:spPr>
            <a:xfrm rot="10800000">
              <a:off x="826250" y="3123650"/>
              <a:ext cx="0" cy="1275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" name="Google Shape;147;p14"/>
            <p:cNvSpPr/>
            <p:nvPr/>
          </p:nvSpPr>
          <p:spPr>
            <a:xfrm rot="10800000">
              <a:off x="410253" y="2571741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" name="Google Shape;148;p14"/>
          <p:cNvGrpSpPr/>
          <p:nvPr/>
        </p:nvGrpSpPr>
        <p:grpSpPr>
          <a:xfrm>
            <a:off x="8410514" y="9537"/>
            <a:ext cx="1263736" cy="1284625"/>
            <a:chOff x="8181914" y="9537"/>
            <a:chExt cx="1263736" cy="1284625"/>
          </a:xfrm>
        </p:grpSpPr>
        <p:sp>
          <p:nvSpPr>
            <p:cNvPr id="149" name="Google Shape;149;p14"/>
            <p:cNvSpPr/>
            <p:nvPr/>
          </p:nvSpPr>
          <p:spPr>
            <a:xfrm>
              <a:off x="8317805" y="473624"/>
              <a:ext cx="1127845" cy="820538"/>
            </a:xfrm>
            <a:custGeom>
              <a:rect b="b" l="l" r="r" t="t"/>
              <a:pathLst>
                <a:path extrusionOk="0" fill="none" h="46033" w="69760">
                  <a:moveTo>
                    <a:pt x="0" y="0"/>
                  </a:moveTo>
                  <a:lnTo>
                    <a:pt x="0" y="0"/>
                  </a:lnTo>
                  <a:cubicBezTo>
                    <a:pt x="0" y="10755"/>
                    <a:pt x="8726" y="19480"/>
                    <a:pt x="19480" y="19480"/>
                  </a:cubicBezTo>
                  <a:lnTo>
                    <a:pt x="50280" y="19480"/>
                  </a:lnTo>
                  <a:cubicBezTo>
                    <a:pt x="61035" y="19480"/>
                    <a:pt x="69760" y="28205"/>
                    <a:pt x="69760" y="38960"/>
                  </a:cubicBezTo>
                  <a:lnTo>
                    <a:pt x="69760" y="46032"/>
                  </a:lnTo>
                </a:path>
              </a:pathLst>
            </a:custGeom>
            <a:solidFill>
              <a:srgbClr val="850707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0" name="Google Shape;150;p14"/>
            <p:cNvGrpSpPr/>
            <p:nvPr/>
          </p:nvGrpSpPr>
          <p:grpSpPr>
            <a:xfrm>
              <a:off x="8181914" y="9537"/>
              <a:ext cx="273654" cy="393837"/>
              <a:chOff x="274914" y="8562"/>
              <a:chExt cx="273654" cy="393837"/>
            </a:xfrm>
          </p:grpSpPr>
          <p:sp>
            <p:nvSpPr>
              <p:cNvPr id="151" name="Google Shape;151;p14"/>
              <p:cNvSpPr/>
              <p:nvPr/>
            </p:nvSpPr>
            <p:spPr>
              <a:xfrm>
                <a:off x="274914" y="8562"/>
                <a:ext cx="273654" cy="98908"/>
              </a:xfrm>
              <a:custGeom>
                <a:rect b="b" l="l" r="r" t="t"/>
                <a:pathLst>
                  <a:path extrusionOk="0" fill="none" h="2282" w="8224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rgbClr val="850707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4"/>
              <p:cNvSpPr/>
              <p:nvPr/>
            </p:nvSpPr>
            <p:spPr>
              <a:xfrm>
                <a:off x="384214" y="107423"/>
                <a:ext cx="59924" cy="294976"/>
              </a:xfrm>
              <a:custGeom>
                <a:rect b="b" l="l" r="r" t="t"/>
                <a:pathLst>
                  <a:path extrusionOk="0" fill="none" h="3307" w="1801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rgbClr val="850707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3" name="Google Shape;153;p14"/>
            <p:cNvCxnSpPr/>
            <p:nvPr/>
          </p:nvCxnSpPr>
          <p:spPr>
            <a:xfrm rot="10800000">
              <a:off x="8318175" y="409475"/>
              <a:ext cx="0" cy="90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4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/>
          <p:nvPr>
            <p:ph type="title"/>
          </p:nvPr>
        </p:nvSpPr>
        <p:spPr>
          <a:xfrm>
            <a:off x="713275" y="365750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6" name="Google Shape;156;p15"/>
          <p:cNvSpPr/>
          <p:nvPr/>
        </p:nvSpPr>
        <p:spPr>
          <a:xfrm flipH="1">
            <a:off x="8040709" y="4430148"/>
            <a:ext cx="1127845" cy="741937"/>
          </a:xfrm>
          <a:custGeom>
            <a:rect b="b" l="l" r="r" t="t"/>
            <a:pathLst>
              <a:path extrusionOk="0" fill="none" h="46033" w="6976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rgbClr val="850707"/>
          </a:solidFill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7" name="Google Shape;157;p15"/>
          <p:cNvGrpSpPr/>
          <p:nvPr/>
        </p:nvGrpSpPr>
        <p:grpSpPr>
          <a:xfrm>
            <a:off x="827056" y="-407225"/>
            <a:ext cx="8322444" cy="742000"/>
            <a:chOff x="827056" y="-331025"/>
            <a:chExt cx="8322444" cy="742000"/>
          </a:xfrm>
        </p:grpSpPr>
        <p:cxnSp>
          <p:nvCxnSpPr>
            <p:cNvPr id="158" name="Google Shape;158;p15"/>
            <p:cNvCxnSpPr/>
            <p:nvPr/>
          </p:nvCxnSpPr>
          <p:spPr>
            <a:xfrm>
              <a:off x="1211500" y="410975"/>
              <a:ext cx="79380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9" name="Google Shape;159;p15"/>
            <p:cNvSpPr/>
            <p:nvPr/>
          </p:nvSpPr>
          <p:spPr>
            <a:xfrm>
              <a:off x="827056" y="-331025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" name="Google Shape;160;p15"/>
          <p:cNvSpPr/>
          <p:nvPr/>
        </p:nvSpPr>
        <p:spPr>
          <a:xfrm flipH="1" rot="5400000">
            <a:off x="-218066" y="4247148"/>
            <a:ext cx="1127845" cy="741937"/>
          </a:xfrm>
          <a:custGeom>
            <a:rect b="b" l="l" r="r" t="t"/>
            <a:pathLst>
              <a:path extrusionOk="0" fill="none" h="46033" w="6976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rgbClr val="850707"/>
          </a:solidFill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5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/>
          <p:nvPr>
            <p:ph type="title"/>
          </p:nvPr>
        </p:nvSpPr>
        <p:spPr>
          <a:xfrm>
            <a:off x="713275" y="365750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63" name="Google Shape;163;p16"/>
          <p:cNvGrpSpPr/>
          <p:nvPr/>
        </p:nvGrpSpPr>
        <p:grpSpPr>
          <a:xfrm rot="10800000">
            <a:off x="8623433" y="0"/>
            <a:ext cx="273654" cy="5158175"/>
            <a:chOff x="270152" y="9537"/>
            <a:chExt cx="273654" cy="5158175"/>
          </a:xfrm>
        </p:grpSpPr>
        <p:grpSp>
          <p:nvGrpSpPr>
            <p:cNvPr id="164" name="Google Shape;164;p16"/>
            <p:cNvGrpSpPr/>
            <p:nvPr/>
          </p:nvGrpSpPr>
          <p:grpSpPr>
            <a:xfrm>
              <a:off x="270152" y="9537"/>
              <a:ext cx="273654" cy="393837"/>
              <a:chOff x="274914" y="8562"/>
              <a:chExt cx="273654" cy="393837"/>
            </a:xfrm>
          </p:grpSpPr>
          <p:sp>
            <p:nvSpPr>
              <p:cNvPr id="165" name="Google Shape;165;p16"/>
              <p:cNvSpPr/>
              <p:nvPr/>
            </p:nvSpPr>
            <p:spPr>
              <a:xfrm>
                <a:off x="274914" y="8562"/>
                <a:ext cx="273654" cy="98908"/>
              </a:xfrm>
              <a:custGeom>
                <a:rect b="b" l="l" r="r" t="t"/>
                <a:pathLst>
                  <a:path extrusionOk="0" fill="none" h="2282" w="8224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rgbClr val="850707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6"/>
              <p:cNvSpPr/>
              <p:nvPr/>
            </p:nvSpPr>
            <p:spPr>
              <a:xfrm>
                <a:off x="384214" y="107423"/>
                <a:ext cx="59924" cy="294976"/>
              </a:xfrm>
              <a:custGeom>
                <a:rect b="b" l="l" r="r" t="t"/>
                <a:pathLst>
                  <a:path extrusionOk="0" fill="none" h="3307" w="1801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rgbClr val="850707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7" name="Google Shape;167;p16"/>
            <p:cNvCxnSpPr/>
            <p:nvPr/>
          </p:nvCxnSpPr>
          <p:spPr>
            <a:xfrm rot="10800000">
              <a:off x="407094" y="414212"/>
              <a:ext cx="0" cy="4753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8" name="Google Shape;168;p16"/>
          <p:cNvGrpSpPr/>
          <p:nvPr/>
        </p:nvGrpSpPr>
        <p:grpSpPr>
          <a:xfrm>
            <a:off x="181660" y="-66750"/>
            <a:ext cx="338976" cy="1328735"/>
            <a:chOff x="628195" y="-66750"/>
            <a:chExt cx="338976" cy="1328735"/>
          </a:xfrm>
        </p:grpSpPr>
        <p:grpSp>
          <p:nvGrpSpPr>
            <p:cNvPr id="169" name="Google Shape;169;p16"/>
            <p:cNvGrpSpPr/>
            <p:nvPr/>
          </p:nvGrpSpPr>
          <p:grpSpPr>
            <a:xfrm>
              <a:off x="628195" y="768506"/>
              <a:ext cx="338976" cy="493479"/>
              <a:chOff x="1168550" y="1865650"/>
              <a:chExt cx="566850" cy="825354"/>
            </a:xfrm>
          </p:grpSpPr>
          <p:sp>
            <p:nvSpPr>
              <p:cNvPr id="170" name="Google Shape;170;p16"/>
              <p:cNvSpPr/>
              <p:nvPr/>
            </p:nvSpPr>
            <p:spPr>
              <a:xfrm>
                <a:off x="1168550" y="2165899"/>
                <a:ext cx="494807" cy="525105"/>
              </a:xfrm>
              <a:custGeom>
                <a:rect b="b" l="l" r="r" t="t"/>
                <a:pathLst>
                  <a:path extrusionOk="0" h="13602" w="14062">
                    <a:moveTo>
                      <a:pt x="12934" y="0"/>
                    </a:moveTo>
                    <a:cubicBezTo>
                      <a:pt x="10702" y="0"/>
                      <a:pt x="7811" y="1769"/>
                      <a:pt x="5012" y="1769"/>
                    </a:cubicBezTo>
                    <a:cubicBezTo>
                      <a:pt x="4452" y="1769"/>
                      <a:pt x="3895" y="1699"/>
                      <a:pt x="3348" y="1528"/>
                    </a:cubicBezTo>
                    <a:cubicBezTo>
                      <a:pt x="2950" y="1400"/>
                      <a:pt x="2563" y="1344"/>
                      <a:pt x="2188" y="1344"/>
                    </a:cubicBezTo>
                    <a:cubicBezTo>
                      <a:pt x="1400" y="1344"/>
                      <a:pt x="667" y="1592"/>
                      <a:pt x="1" y="1947"/>
                    </a:cubicBezTo>
                    <a:lnTo>
                      <a:pt x="1" y="11342"/>
                    </a:lnTo>
                    <a:cubicBezTo>
                      <a:pt x="1" y="12597"/>
                      <a:pt x="1005" y="13601"/>
                      <a:pt x="2260" y="13601"/>
                    </a:cubicBezTo>
                    <a:lnTo>
                      <a:pt x="11802" y="13601"/>
                    </a:lnTo>
                    <a:cubicBezTo>
                      <a:pt x="13057" y="13601"/>
                      <a:pt x="14061" y="12597"/>
                      <a:pt x="14061" y="11342"/>
                    </a:cubicBezTo>
                    <a:lnTo>
                      <a:pt x="14061" y="189"/>
                    </a:lnTo>
                    <a:cubicBezTo>
                      <a:pt x="13709" y="57"/>
                      <a:pt x="13332" y="0"/>
                      <a:pt x="129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6"/>
              <p:cNvSpPr/>
              <p:nvPr/>
            </p:nvSpPr>
            <p:spPr>
              <a:xfrm>
                <a:off x="1429625" y="1865650"/>
                <a:ext cx="125050" cy="84072"/>
              </a:xfrm>
              <a:custGeom>
                <a:rect b="b" l="l" r="r" t="t"/>
                <a:pathLst>
                  <a:path extrusionOk="0" fill="none" h="6320" w="5002">
                    <a:moveTo>
                      <a:pt x="5001" y="3160"/>
                    </a:moveTo>
                    <a:cubicBezTo>
                      <a:pt x="5001" y="4896"/>
                      <a:pt x="3892" y="6319"/>
                      <a:pt x="2511" y="6319"/>
                    </a:cubicBezTo>
                    <a:cubicBezTo>
                      <a:pt x="1130" y="6319"/>
                      <a:pt x="0" y="4896"/>
                      <a:pt x="0" y="3160"/>
                    </a:cubicBezTo>
                    <a:cubicBezTo>
                      <a:pt x="0" y="1423"/>
                      <a:pt x="1130" y="0"/>
                      <a:pt x="2511" y="0"/>
                    </a:cubicBezTo>
                    <a:cubicBezTo>
                      <a:pt x="3892" y="0"/>
                      <a:pt x="5001" y="1423"/>
                      <a:pt x="5001" y="3160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20923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6"/>
              <p:cNvSpPr/>
              <p:nvPr/>
            </p:nvSpPr>
            <p:spPr>
              <a:xfrm>
                <a:off x="1248900" y="1949725"/>
                <a:ext cx="486500" cy="662250"/>
              </a:xfrm>
              <a:custGeom>
                <a:rect b="b" l="l" r="r" t="t"/>
                <a:pathLst>
                  <a:path extrusionOk="0" h="26490" w="19460">
                    <a:moveTo>
                      <a:pt x="0" y="0"/>
                    </a:moveTo>
                    <a:lnTo>
                      <a:pt x="0" y="24983"/>
                    </a:lnTo>
                    <a:cubicBezTo>
                      <a:pt x="0" y="25820"/>
                      <a:pt x="670" y="26490"/>
                      <a:pt x="1507" y="26490"/>
                    </a:cubicBezTo>
                    <a:lnTo>
                      <a:pt x="17953" y="26490"/>
                    </a:lnTo>
                    <a:cubicBezTo>
                      <a:pt x="18790" y="26490"/>
                      <a:pt x="19459" y="25820"/>
                      <a:pt x="19459" y="24983"/>
                    </a:cubicBezTo>
                    <a:lnTo>
                      <a:pt x="19459" y="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73" name="Google Shape;173;p16"/>
              <p:cNvGrpSpPr/>
              <p:nvPr/>
            </p:nvGrpSpPr>
            <p:grpSpPr>
              <a:xfrm>
                <a:off x="1405624" y="2301079"/>
                <a:ext cx="208705" cy="208705"/>
                <a:chOff x="1430400" y="2325825"/>
                <a:chExt cx="159050" cy="159050"/>
              </a:xfrm>
            </p:grpSpPr>
            <p:sp>
              <p:nvSpPr>
                <p:cNvPr id="174" name="Google Shape;174;p16"/>
                <p:cNvSpPr/>
                <p:nvPr/>
              </p:nvSpPr>
              <p:spPr>
                <a:xfrm>
                  <a:off x="1486900" y="2325825"/>
                  <a:ext cx="46575" cy="159050"/>
                </a:xfrm>
                <a:custGeom>
                  <a:rect b="b" l="l" r="r" t="t"/>
                  <a:pathLst>
                    <a:path extrusionOk="0" h="6362" w="1863">
                      <a:moveTo>
                        <a:pt x="1" y="0"/>
                      </a:moveTo>
                      <a:lnTo>
                        <a:pt x="1" y="6361"/>
                      </a:lnTo>
                      <a:lnTo>
                        <a:pt x="1863" y="6361"/>
                      </a:lnTo>
                      <a:lnTo>
                        <a:pt x="186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" name="Google Shape;175;p16"/>
                <p:cNvSpPr/>
                <p:nvPr/>
              </p:nvSpPr>
              <p:spPr>
                <a:xfrm>
                  <a:off x="1430400" y="2382325"/>
                  <a:ext cx="159050" cy="46575"/>
                </a:xfrm>
                <a:custGeom>
                  <a:rect b="b" l="l" r="r" t="t"/>
                  <a:pathLst>
                    <a:path extrusionOk="0" h="1863" w="6362">
                      <a:moveTo>
                        <a:pt x="1" y="0"/>
                      </a:moveTo>
                      <a:lnTo>
                        <a:pt x="1" y="1862"/>
                      </a:lnTo>
                      <a:lnTo>
                        <a:pt x="6362" y="1862"/>
                      </a:lnTo>
                      <a:lnTo>
                        <a:pt x="636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176" name="Google Shape;176;p16"/>
            <p:cNvCxnSpPr/>
            <p:nvPr/>
          </p:nvCxnSpPr>
          <p:spPr>
            <a:xfrm rot="10800000">
              <a:off x="821713" y="-66750"/>
              <a:ext cx="0" cy="827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6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 txBox="1"/>
          <p:nvPr>
            <p:ph type="title"/>
          </p:nvPr>
        </p:nvSpPr>
        <p:spPr>
          <a:xfrm>
            <a:off x="713275" y="365750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79" name="Google Shape;179;p17"/>
          <p:cNvGrpSpPr/>
          <p:nvPr/>
        </p:nvGrpSpPr>
        <p:grpSpPr>
          <a:xfrm>
            <a:off x="-359869" y="2571000"/>
            <a:ext cx="963555" cy="2572493"/>
            <a:chOff x="-912" y="2571000"/>
            <a:chExt cx="963555" cy="2572493"/>
          </a:xfrm>
        </p:grpSpPr>
        <p:sp>
          <p:nvSpPr>
            <p:cNvPr id="180" name="Google Shape;180;p17"/>
            <p:cNvSpPr/>
            <p:nvPr/>
          </p:nvSpPr>
          <p:spPr>
            <a:xfrm rot="10800000">
              <a:off x="688989" y="5044586"/>
              <a:ext cx="273654" cy="98908"/>
            </a:xfrm>
            <a:custGeom>
              <a:rect b="b" l="l" r="r" t="t"/>
              <a:pathLst>
                <a:path extrusionOk="0" fill="none" h="2282" w="8224">
                  <a:moveTo>
                    <a:pt x="1" y="1"/>
                  </a:moveTo>
                  <a:lnTo>
                    <a:pt x="8224" y="1"/>
                  </a:lnTo>
                  <a:lnTo>
                    <a:pt x="8224" y="2281"/>
                  </a:lnTo>
                  <a:lnTo>
                    <a:pt x="1" y="2281"/>
                  </a:lnTo>
                  <a:close/>
                </a:path>
              </a:pathLst>
            </a:custGeom>
            <a:solidFill>
              <a:srgbClr val="850707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7"/>
            <p:cNvSpPr/>
            <p:nvPr/>
          </p:nvSpPr>
          <p:spPr>
            <a:xfrm rot="10800000">
              <a:off x="793419" y="4749656"/>
              <a:ext cx="59924" cy="294976"/>
            </a:xfrm>
            <a:custGeom>
              <a:rect b="b" l="l" r="r" t="t"/>
              <a:pathLst>
                <a:path extrusionOk="0" fill="none" h="3307" w="1801">
                  <a:moveTo>
                    <a:pt x="1" y="0"/>
                  </a:moveTo>
                  <a:lnTo>
                    <a:pt x="1800" y="0"/>
                  </a:lnTo>
                  <a:lnTo>
                    <a:pt x="1800" y="3306"/>
                  </a:lnTo>
                  <a:lnTo>
                    <a:pt x="1" y="3306"/>
                  </a:lnTo>
                  <a:close/>
                </a:path>
              </a:pathLst>
            </a:custGeom>
            <a:solidFill>
              <a:srgbClr val="850707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7"/>
            <p:cNvSpPr/>
            <p:nvPr/>
          </p:nvSpPr>
          <p:spPr>
            <a:xfrm rot="10800000">
              <a:off x="411173" y="2571787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3" name="Google Shape;183;p17"/>
            <p:cNvCxnSpPr/>
            <p:nvPr/>
          </p:nvCxnSpPr>
          <p:spPr>
            <a:xfrm rot="10800000">
              <a:off x="-912" y="2571000"/>
              <a:ext cx="45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" name="Google Shape;184;p17"/>
            <p:cNvCxnSpPr/>
            <p:nvPr/>
          </p:nvCxnSpPr>
          <p:spPr>
            <a:xfrm>
              <a:off x="827175" y="3276600"/>
              <a:ext cx="0" cy="1484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5" name="Google Shape;185;p17"/>
          <p:cNvGrpSpPr/>
          <p:nvPr/>
        </p:nvGrpSpPr>
        <p:grpSpPr>
          <a:xfrm rot="10800000">
            <a:off x="8536221" y="0"/>
            <a:ext cx="963555" cy="2572493"/>
            <a:chOff x="-912" y="2571000"/>
            <a:chExt cx="963555" cy="2572493"/>
          </a:xfrm>
        </p:grpSpPr>
        <p:sp>
          <p:nvSpPr>
            <p:cNvPr id="186" name="Google Shape;186;p17"/>
            <p:cNvSpPr/>
            <p:nvPr/>
          </p:nvSpPr>
          <p:spPr>
            <a:xfrm rot="10800000">
              <a:off x="688989" y="5044586"/>
              <a:ext cx="273654" cy="98908"/>
            </a:xfrm>
            <a:custGeom>
              <a:rect b="b" l="l" r="r" t="t"/>
              <a:pathLst>
                <a:path extrusionOk="0" fill="none" h="2282" w="8224">
                  <a:moveTo>
                    <a:pt x="1" y="1"/>
                  </a:moveTo>
                  <a:lnTo>
                    <a:pt x="8224" y="1"/>
                  </a:lnTo>
                  <a:lnTo>
                    <a:pt x="8224" y="2281"/>
                  </a:lnTo>
                  <a:lnTo>
                    <a:pt x="1" y="2281"/>
                  </a:lnTo>
                  <a:close/>
                </a:path>
              </a:pathLst>
            </a:custGeom>
            <a:solidFill>
              <a:srgbClr val="850707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7"/>
            <p:cNvSpPr/>
            <p:nvPr/>
          </p:nvSpPr>
          <p:spPr>
            <a:xfrm rot="10800000">
              <a:off x="793419" y="4749656"/>
              <a:ext cx="59924" cy="294976"/>
            </a:xfrm>
            <a:custGeom>
              <a:rect b="b" l="l" r="r" t="t"/>
              <a:pathLst>
                <a:path extrusionOk="0" fill="none" h="3307" w="1801">
                  <a:moveTo>
                    <a:pt x="1" y="0"/>
                  </a:moveTo>
                  <a:lnTo>
                    <a:pt x="1800" y="0"/>
                  </a:lnTo>
                  <a:lnTo>
                    <a:pt x="1800" y="3306"/>
                  </a:lnTo>
                  <a:lnTo>
                    <a:pt x="1" y="3306"/>
                  </a:lnTo>
                  <a:close/>
                </a:path>
              </a:pathLst>
            </a:custGeom>
            <a:solidFill>
              <a:srgbClr val="850707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7"/>
            <p:cNvSpPr/>
            <p:nvPr/>
          </p:nvSpPr>
          <p:spPr>
            <a:xfrm rot="10800000">
              <a:off x="412148" y="2571787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9" name="Google Shape;189;p17"/>
            <p:cNvCxnSpPr/>
            <p:nvPr/>
          </p:nvCxnSpPr>
          <p:spPr>
            <a:xfrm rot="10800000">
              <a:off x="-912" y="2571000"/>
              <a:ext cx="45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" name="Google Shape;190;p17"/>
            <p:cNvCxnSpPr/>
            <p:nvPr/>
          </p:nvCxnSpPr>
          <p:spPr>
            <a:xfrm>
              <a:off x="827175" y="3276600"/>
              <a:ext cx="0" cy="1484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7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 txBox="1"/>
          <p:nvPr>
            <p:ph type="title"/>
          </p:nvPr>
        </p:nvSpPr>
        <p:spPr>
          <a:xfrm>
            <a:off x="713275" y="365750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3" name="Google Shape;193;p18"/>
          <p:cNvSpPr/>
          <p:nvPr/>
        </p:nvSpPr>
        <p:spPr>
          <a:xfrm flipH="1" rot="5400000">
            <a:off x="-214341" y="4515948"/>
            <a:ext cx="1127845" cy="741937"/>
          </a:xfrm>
          <a:custGeom>
            <a:rect b="b" l="l" r="r" t="t"/>
            <a:pathLst>
              <a:path extrusionOk="0" fill="none" h="46033" w="6976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rgbClr val="850707"/>
          </a:solidFill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" name="Google Shape;194;p18"/>
          <p:cNvGrpSpPr/>
          <p:nvPr/>
        </p:nvGrpSpPr>
        <p:grpSpPr>
          <a:xfrm flipH="1">
            <a:off x="8013871" y="-842887"/>
            <a:ext cx="1135875" cy="1349306"/>
            <a:chOff x="9519" y="-14212"/>
            <a:chExt cx="1135875" cy="1349306"/>
          </a:xfrm>
        </p:grpSpPr>
        <p:sp>
          <p:nvSpPr>
            <p:cNvPr id="195" name="Google Shape;195;p18"/>
            <p:cNvSpPr/>
            <p:nvPr/>
          </p:nvSpPr>
          <p:spPr>
            <a:xfrm rot="-5400000">
              <a:off x="-77854" y="1148813"/>
              <a:ext cx="273654" cy="98908"/>
            </a:xfrm>
            <a:custGeom>
              <a:rect b="b" l="l" r="r" t="t"/>
              <a:pathLst>
                <a:path extrusionOk="0" fill="none" h="2282" w="8224">
                  <a:moveTo>
                    <a:pt x="1" y="1"/>
                  </a:moveTo>
                  <a:lnTo>
                    <a:pt x="8224" y="1"/>
                  </a:lnTo>
                  <a:lnTo>
                    <a:pt x="8224" y="2281"/>
                  </a:lnTo>
                  <a:lnTo>
                    <a:pt x="1" y="2281"/>
                  </a:lnTo>
                  <a:close/>
                </a:path>
              </a:pathLst>
            </a:custGeom>
            <a:solidFill>
              <a:srgbClr val="850707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8"/>
            <p:cNvSpPr/>
            <p:nvPr/>
          </p:nvSpPr>
          <p:spPr>
            <a:xfrm rot="-5400000">
              <a:off x="225906" y="1048343"/>
              <a:ext cx="59924" cy="294976"/>
            </a:xfrm>
            <a:custGeom>
              <a:rect b="b" l="l" r="r" t="t"/>
              <a:pathLst>
                <a:path extrusionOk="0" fill="none" h="3307" w="1801">
                  <a:moveTo>
                    <a:pt x="1" y="0"/>
                  </a:moveTo>
                  <a:lnTo>
                    <a:pt x="1800" y="0"/>
                  </a:lnTo>
                  <a:lnTo>
                    <a:pt x="1800" y="3306"/>
                  </a:lnTo>
                  <a:lnTo>
                    <a:pt x="1" y="3306"/>
                  </a:lnTo>
                  <a:close/>
                </a:path>
              </a:pathLst>
            </a:custGeom>
            <a:solidFill>
              <a:srgbClr val="850707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8"/>
            <p:cNvSpPr/>
            <p:nvPr/>
          </p:nvSpPr>
          <p:spPr>
            <a:xfrm rot="-5400000">
              <a:off x="566325" y="616868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8" name="Google Shape;198;p18"/>
            <p:cNvCxnSpPr/>
            <p:nvPr/>
          </p:nvCxnSpPr>
          <p:spPr>
            <a:xfrm rot="10800000">
              <a:off x="1145394" y="-14212"/>
              <a:ext cx="0" cy="790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9" name="Google Shape;199;p18"/>
          <p:cNvGrpSpPr/>
          <p:nvPr/>
        </p:nvGrpSpPr>
        <p:grpSpPr>
          <a:xfrm>
            <a:off x="-273700" y="-387474"/>
            <a:ext cx="871339" cy="1210056"/>
            <a:chOff x="-45100" y="-387474"/>
            <a:chExt cx="871339" cy="1210056"/>
          </a:xfrm>
        </p:grpSpPr>
        <p:sp>
          <p:nvSpPr>
            <p:cNvPr id="200" name="Google Shape;200;p18"/>
            <p:cNvSpPr/>
            <p:nvPr/>
          </p:nvSpPr>
          <p:spPr>
            <a:xfrm rot="-5400000">
              <a:off x="247170" y="243607"/>
              <a:ext cx="416007" cy="741943"/>
            </a:xfrm>
            <a:custGeom>
              <a:rect b="b" l="l" r="r" t="t"/>
              <a:pathLst>
                <a:path extrusionOk="0" fill="none" h="27160" w="16217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20923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1" name="Google Shape;201;p18"/>
            <p:cNvCxnSpPr/>
            <p:nvPr/>
          </p:nvCxnSpPr>
          <p:spPr>
            <a:xfrm rot="10800000">
              <a:off x="826239" y="-387474"/>
              <a:ext cx="0" cy="790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18"/>
            <p:cNvCxnSpPr/>
            <p:nvPr/>
          </p:nvCxnSpPr>
          <p:spPr>
            <a:xfrm rot="10800000">
              <a:off x="-45100" y="822563"/>
              <a:ext cx="2325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TITLE_ONLY_8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/>
          <p:nvPr>
            <p:ph type="title"/>
          </p:nvPr>
        </p:nvSpPr>
        <p:spPr>
          <a:xfrm>
            <a:off x="713275" y="365750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05" name="Google Shape;205;p19"/>
          <p:cNvGrpSpPr/>
          <p:nvPr/>
        </p:nvGrpSpPr>
        <p:grpSpPr>
          <a:xfrm>
            <a:off x="-76201" y="-14062"/>
            <a:ext cx="9225851" cy="4883578"/>
            <a:chOff x="-76201" y="-14062"/>
            <a:chExt cx="9225851" cy="4883578"/>
          </a:xfrm>
        </p:grpSpPr>
        <p:grpSp>
          <p:nvGrpSpPr>
            <p:cNvPr id="206" name="Google Shape;206;p19"/>
            <p:cNvGrpSpPr/>
            <p:nvPr/>
          </p:nvGrpSpPr>
          <p:grpSpPr>
            <a:xfrm>
              <a:off x="-2" y="4595863"/>
              <a:ext cx="9149652" cy="273654"/>
              <a:chOff x="-2" y="4595863"/>
              <a:chExt cx="9149652" cy="273654"/>
            </a:xfrm>
          </p:grpSpPr>
          <p:sp>
            <p:nvSpPr>
              <p:cNvPr id="207" name="Google Shape;207;p19"/>
              <p:cNvSpPr/>
              <p:nvPr/>
            </p:nvSpPr>
            <p:spPr>
              <a:xfrm flipH="1" rot="-5400000">
                <a:off x="-87375" y="4683236"/>
                <a:ext cx="273654" cy="98908"/>
              </a:xfrm>
              <a:custGeom>
                <a:rect b="b" l="l" r="r" t="t"/>
                <a:pathLst>
                  <a:path extrusionOk="0" fill="none" h="2282" w="8224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rgbClr val="850707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9"/>
              <p:cNvSpPr/>
              <p:nvPr/>
            </p:nvSpPr>
            <p:spPr>
              <a:xfrm flipH="1" rot="-5400000">
                <a:off x="216385" y="4587636"/>
                <a:ext cx="59924" cy="294976"/>
              </a:xfrm>
              <a:custGeom>
                <a:rect b="b" l="l" r="r" t="t"/>
                <a:pathLst>
                  <a:path extrusionOk="0" fill="none" h="3307" w="1801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rgbClr val="850707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09" name="Google Shape;209;p19"/>
              <p:cNvCxnSpPr/>
              <p:nvPr/>
            </p:nvCxnSpPr>
            <p:spPr>
              <a:xfrm>
                <a:off x="393850" y="4739150"/>
                <a:ext cx="8755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10" name="Google Shape;210;p19"/>
            <p:cNvGrpSpPr/>
            <p:nvPr/>
          </p:nvGrpSpPr>
          <p:grpSpPr>
            <a:xfrm>
              <a:off x="-76201" y="-14062"/>
              <a:ext cx="917028" cy="1214162"/>
              <a:chOff x="-76200" y="-6"/>
              <a:chExt cx="917028" cy="1128718"/>
            </a:xfrm>
          </p:grpSpPr>
          <p:sp>
            <p:nvSpPr>
              <p:cNvPr id="211" name="Google Shape;211;p19"/>
              <p:cNvSpPr/>
              <p:nvPr/>
            </p:nvSpPr>
            <p:spPr>
              <a:xfrm rot="-5400000">
                <a:off x="-94062" y="192948"/>
                <a:ext cx="1127845" cy="741937"/>
              </a:xfrm>
              <a:custGeom>
                <a:rect b="b" l="l" r="r" t="t"/>
                <a:pathLst>
                  <a:path extrusionOk="0" fill="none" h="46033" w="69760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10755"/>
                      <a:pt x="8726" y="19480"/>
                      <a:pt x="19480" y="19480"/>
                    </a:cubicBezTo>
                    <a:lnTo>
                      <a:pt x="50280" y="19480"/>
                    </a:lnTo>
                    <a:cubicBezTo>
                      <a:pt x="61035" y="19480"/>
                      <a:pt x="69760" y="28205"/>
                      <a:pt x="69760" y="38960"/>
                    </a:cubicBezTo>
                    <a:lnTo>
                      <a:pt x="69760" y="46032"/>
                    </a:lnTo>
                  </a:path>
                </a:pathLst>
              </a:custGeom>
              <a:solidFill>
                <a:srgbClr val="850707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12" name="Google Shape;212;p19"/>
              <p:cNvCxnSpPr/>
              <p:nvPr/>
            </p:nvCxnSpPr>
            <p:spPr>
              <a:xfrm rot="10800000">
                <a:off x="-76200" y="1128713"/>
                <a:ext cx="190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13" name="Google Shape;213;p19"/>
          <p:cNvGrpSpPr/>
          <p:nvPr/>
        </p:nvGrpSpPr>
        <p:grpSpPr>
          <a:xfrm>
            <a:off x="8679710" y="-66750"/>
            <a:ext cx="338976" cy="1328735"/>
            <a:chOff x="628195" y="-66750"/>
            <a:chExt cx="338976" cy="1328735"/>
          </a:xfrm>
        </p:grpSpPr>
        <p:grpSp>
          <p:nvGrpSpPr>
            <p:cNvPr id="214" name="Google Shape;214;p19"/>
            <p:cNvGrpSpPr/>
            <p:nvPr/>
          </p:nvGrpSpPr>
          <p:grpSpPr>
            <a:xfrm>
              <a:off x="628195" y="768506"/>
              <a:ext cx="338976" cy="493479"/>
              <a:chOff x="1168550" y="1865650"/>
              <a:chExt cx="566850" cy="825354"/>
            </a:xfrm>
          </p:grpSpPr>
          <p:sp>
            <p:nvSpPr>
              <p:cNvPr id="215" name="Google Shape;215;p19"/>
              <p:cNvSpPr/>
              <p:nvPr/>
            </p:nvSpPr>
            <p:spPr>
              <a:xfrm>
                <a:off x="1168550" y="2165899"/>
                <a:ext cx="494807" cy="525105"/>
              </a:xfrm>
              <a:custGeom>
                <a:rect b="b" l="l" r="r" t="t"/>
                <a:pathLst>
                  <a:path extrusionOk="0" h="13602" w="14062">
                    <a:moveTo>
                      <a:pt x="12934" y="0"/>
                    </a:moveTo>
                    <a:cubicBezTo>
                      <a:pt x="10702" y="0"/>
                      <a:pt x="7811" y="1769"/>
                      <a:pt x="5012" y="1769"/>
                    </a:cubicBezTo>
                    <a:cubicBezTo>
                      <a:pt x="4452" y="1769"/>
                      <a:pt x="3895" y="1699"/>
                      <a:pt x="3348" y="1528"/>
                    </a:cubicBezTo>
                    <a:cubicBezTo>
                      <a:pt x="2950" y="1400"/>
                      <a:pt x="2563" y="1344"/>
                      <a:pt x="2188" y="1344"/>
                    </a:cubicBezTo>
                    <a:cubicBezTo>
                      <a:pt x="1400" y="1344"/>
                      <a:pt x="667" y="1592"/>
                      <a:pt x="1" y="1947"/>
                    </a:cubicBezTo>
                    <a:lnTo>
                      <a:pt x="1" y="11342"/>
                    </a:lnTo>
                    <a:cubicBezTo>
                      <a:pt x="1" y="12597"/>
                      <a:pt x="1005" y="13601"/>
                      <a:pt x="2260" y="13601"/>
                    </a:cubicBezTo>
                    <a:lnTo>
                      <a:pt x="11802" y="13601"/>
                    </a:lnTo>
                    <a:cubicBezTo>
                      <a:pt x="13057" y="13601"/>
                      <a:pt x="14061" y="12597"/>
                      <a:pt x="14061" y="11342"/>
                    </a:cubicBezTo>
                    <a:lnTo>
                      <a:pt x="14061" y="189"/>
                    </a:lnTo>
                    <a:cubicBezTo>
                      <a:pt x="13709" y="57"/>
                      <a:pt x="13332" y="0"/>
                      <a:pt x="129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9"/>
              <p:cNvSpPr/>
              <p:nvPr/>
            </p:nvSpPr>
            <p:spPr>
              <a:xfrm>
                <a:off x="1429625" y="1865650"/>
                <a:ext cx="125050" cy="84072"/>
              </a:xfrm>
              <a:custGeom>
                <a:rect b="b" l="l" r="r" t="t"/>
                <a:pathLst>
                  <a:path extrusionOk="0" fill="none" h="6320" w="5002">
                    <a:moveTo>
                      <a:pt x="5001" y="3160"/>
                    </a:moveTo>
                    <a:cubicBezTo>
                      <a:pt x="5001" y="4896"/>
                      <a:pt x="3892" y="6319"/>
                      <a:pt x="2511" y="6319"/>
                    </a:cubicBezTo>
                    <a:cubicBezTo>
                      <a:pt x="1130" y="6319"/>
                      <a:pt x="0" y="4896"/>
                      <a:pt x="0" y="3160"/>
                    </a:cubicBezTo>
                    <a:cubicBezTo>
                      <a:pt x="0" y="1423"/>
                      <a:pt x="1130" y="0"/>
                      <a:pt x="2511" y="0"/>
                    </a:cubicBezTo>
                    <a:cubicBezTo>
                      <a:pt x="3892" y="0"/>
                      <a:pt x="5001" y="1423"/>
                      <a:pt x="5001" y="3160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20923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9"/>
              <p:cNvSpPr/>
              <p:nvPr/>
            </p:nvSpPr>
            <p:spPr>
              <a:xfrm>
                <a:off x="1248900" y="1949725"/>
                <a:ext cx="486500" cy="662250"/>
              </a:xfrm>
              <a:custGeom>
                <a:rect b="b" l="l" r="r" t="t"/>
                <a:pathLst>
                  <a:path extrusionOk="0" h="26490" w="19460">
                    <a:moveTo>
                      <a:pt x="0" y="0"/>
                    </a:moveTo>
                    <a:lnTo>
                      <a:pt x="0" y="24983"/>
                    </a:lnTo>
                    <a:cubicBezTo>
                      <a:pt x="0" y="25820"/>
                      <a:pt x="670" y="26490"/>
                      <a:pt x="1507" y="26490"/>
                    </a:cubicBezTo>
                    <a:lnTo>
                      <a:pt x="17953" y="26490"/>
                    </a:lnTo>
                    <a:cubicBezTo>
                      <a:pt x="18790" y="26490"/>
                      <a:pt x="19459" y="25820"/>
                      <a:pt x="19459" y="24983"/>
                    </a:cubicBezTo>
                    <a:lnTo>
                      <a:pt x="19459" y="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18" name="Google Shape;218;p19"/>
              <p:cNvGrpSpPr/>
              <p:nvPr/>
            </p:nvGrpSpPr>
            <p:grpSpPr>
              <a:xfrm>
                <a:off x="1405624" y="2301079"/>
                <a:ext cx="208705" cy="208705"/>
                <a:chOff x="1430400" y="2325825"/>
                <a:chExt cx="159050" cy="159050"/>
              </a:xfrm>
            </p:grpSpPr>
            <p:sp>
              <p:nvSpPr>
                <p:cNvPr id="219" name="Google Shape;219;p19"/>
                <p:cNvSpPr/>
                <p:nvPr/>
              </p:nvSpPr>
              <p:spPr>
                <a:xfrm>
                  <a:off x="1486900" y="2325825"/>
                  <a:ext cx="46575" cy="159050"/>
                </a:xfrm>
                <a:custGeom>
                  <a:rect b="b" l="l" r="r" t="t"/>
                  <a:pathLst>
                    <a:path extrusionOk="0" h="6362" w="1863">
                      <a:moveTo>
                        <a:pt x="1" y="0"/>
                      </a:moveTo>
                      <a:lnTo>
                        <a:pt x="1" y="6361"/>
                      </a:lnTo>
                      <a:lnTo>
                        <a:pt x="1863" y="6361"/>
                      </a:lnTo>
                      <a:lnTo>
                        <a:pt x="186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0" name="Google Shape;220;p19"/>
                <p:cNvSpPr/>
                <p:nvPr/>
              </p:nvSpPr>
              <p:spPr>
                <a:xfrm>
                  <a:off x="1430400" y="2382325"/>
                  <a:ext cx="159050" cy="46575"/>
                </a:xfrm>
                <a:custGeom>
                  <a:rect b="b" l="l" r="r" t="t"/>
                  <a:pathLst>
                    <a:path extrusionOk="0" h="1863" w="6362">
                      <a:moveTo>
                        <a:pt x="1" y="0"/>
                      </a:moveTo>
                      <a:lnTo>
                        <a:pt x="1" y="1862"/>
                      </a:lnTo>
                      <a:lnTo>
                        <a:pt x="6362" y="1862"/>
                      </a:lnTo>
                      <a:lnTo>
                        <a:pt x="636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cxnSp>
          <p:nvCxnSpPr>
            <p:cNvPr id="221" name="Google Shape;221;p19"/>
            <p:cNvCxnSpPr/>
            <p:nvPr/>
          </p:nvCxnSpPr>
          <p:spPr>
            <a:xfrm rot="10800000">
              <a:off x="821713" y="-66750"/>
              <a:ext cx="0" cy="827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TITLE_ONLY_9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"/>
          <p:cNvSpPr txBox="1"/>
          <p:nvPr>
            <p:ph type="title"/>
          </p:nvPr>
        </p:nvSpPr>
        <p:spPr>
          <a:xfrm>
            <a:off x="713275" y="365750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24" name="Google Shape;224;p20"/>
          <p:cNvGrpSpPr/>
          <p:nvPr/>
        </p:nvGrpSpPr>
        <p:grpSpPr>
          <a:xfrm>
            <a:off x="-334837" y="-1038066"/>
            <a:ext cx="9948100" cy="6810897"/>
            <a:chOff x="-334837" y="-1038066"/>
            <a:chExt cx="9948100" cy="6810897"/>
          </a:xfrm>
        </p:grpSpPr>
        <p:sp>
          <p:nvSpPr>
            <p:cNvPr id="225" name="Google Shape;225;p20"/>
            <p:cNvSpPr/>
            <p:nvPr/>
          </p:nvSpPr>
          <p:spPr>
            <a:xfrm flipH="1">
              <a:off x="8323488" y="4420623"/>
              <a:ext cx="1127845" cy="741937"/>
            </a:xfrm>
            <a:custGeom>
              <a:rect b="b" l="l" r="r" t="t"/>
              <a:pathLst>
                <a:path extrusionOk="0" fill="none" h="46033" w="69760">
                  <a:moveTo>
                    <a:pt x="0" y="0"/>
                  </a:moveTo>
                  <a:lnTo>
                    <a:pt x="0" y="0"/>
                  </a:lnTo>
                  <a:cubicBezTo>
                    <a:pt x="0" y="10755"/>
                    <a:pt x="8726" y="19480"/>
                    <a:pt x="19480" y="19480"/>
                  </a:cubicBezTo>
                  <a:lnTo>
                    <a:pt x="50280" y="19480"/>
                  </a:lnTo>
                  <a:cubicBezTo>
                    <a:pt x="61035" y="19480"/>
                    <a:pt x="69760" y="28205"/>
                    <a:pt x="69760" y="38960"/>
                  </a:cubicBezTo>
                  <a:lnTo>
                    <a:pt x="69760" y="46032"/>
                  </a:lnTo>
                </a:path>
              </a:pathLst>
            </a:custGeom>
            <a:solidFill>
              <a:srgbClr val="850707"/>
            </a:solidFill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6" name="Google Shape;226;p20"/>
            <p:cNvGrpSpPr/>
            <p:nvPr/>
          </p:nvGrpSpPr>
          <p:grpSpPr>
            <a:xfrm>
              <a:off x="-334837" y="-123600"/>
              <a:ext cx="741943" cy="946697"/>
              <a:chOff x="-334837" y="-123600"/>
              <a:chExt cx="741943" cy="946697"/>
            </a:xfrm>
          </p:grpSpPr>
          <p:sp>
            <p:nvSpPr>
              <p:cNvPr id="227" name="Google Shape;227;p20"/>
              <p:cNvSpPr/>
              <p:nvPr/>
            </p:nvSpPr>
            <p:spPr>
              <a:xfrm rot="-5400000">
                <a:off x="-171869" y="244122"/>
                <a:ext cx="416007" cy="741943"/>
              </a:xfrm>
              <a:custGeom>
                <a:rect b="b" l="l" r="r" t="t"/>
                <a:pathLst>
                  <a:path extrusionOk="0" fill="none" h="27160" w="16217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cap="rnd" cmpd="sng" w="28575">
                <a:solidFill>
                  <a:schemeClr val="dk1"/>
                </a:solidFill>
                <a:prstDash val="solid"/>
                <a:miter lim="20923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28" name="Google Shape;228;p20"/>
              <p:cNvCxnSpPr/>
              <p:nvPr/>
            </p:nvCxnSpPr>
            <p:spPr>
              <a:xfrm rot="10800000">
                <a:off x="407105" y="-123600"/>
                <a:ext cx="0" cy="530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29" name="Google Shape;229;p20"/>
            <p:cNvGrpSpPr/>
            <p:nvPr/>
          </p:nvGrpSpPr>
          <p:grpSpPr>
            <a:xfrm>
              <a:off x="-52500" y="4322997"/>
              <a:ext cx="876363" cy="1449834"/>
              <a:chOff x="-52500" y="4322997"/>
              <a:chExt cx="876363" cy="1449834"/>
            </a:xfrm>
          </p:grpSpPr>
          <p:sp>
            <p:nvSpPr>
              <p:cNvPr id="230" name="Google Shape;230;p20"/>
              <p:cNvSpPr/>
              <p:nvPr/>
            </p:nvSpPr>
            <p:spPr>
              <a:xfrm rot="10800000">
                <a:off x="407095" y="4322997"/>
                <a:ext cx="416007" cy="741943"/>
              </a:xfrm>
              <a:custGeom>
                <a:rect b="b" l="l" r="r" t="t"/>
                <a:pathLst>
                  <a:path extrusionOk="0" fill="none" h="27160" w="16217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cap="rnd" cmpd="sng" w="28575">
                <a:solidFill>
                  <a:schemeClr val="dk1"/>
                </a:solidFill>
                <a:prstDash val="solid"/>
                <a:miter lim="20923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31" name="Google Shape;231;p20"/>
              <p:cNvCxnSpPr/>
              <p:nvPr/>
            </p:nvCxnSpPr>
            <p:spPr>
              <a:xfrm rot="10800000">
                <a:off x="823863" y="5062131"/>
                <a:ext cx="0" cy="710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" name="Google Shape;232;p20"/>
              <p:cNvCxnSpPr/>
              <p:nvPr/>
            </p:nvCxnSpPr>
            <p:spPr>
              <a:xfrm>
                <a:off x="-52500" y="4323000"/>
                <a:ext cx="4596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33" name="Google Shape;233;p20"/>
            <p:cNvGrpSpPr/>
            <p:nvPr/>
          </p:nvGrpSpPr>
          <p:grpSpPr>
            <a:xfrm rot="10800000">
              <a:off x="8736900" y="-1038066"/>
              <a:ext cx="876363" cy="1449834"/>
              <a:chOff x="-52500" y="4322997"/>
              <a:chExt cx="876363" cy="1449834"/>
            </a:xfrm>
          </p:grpSpPr>
          <p:sp>
            <p:nvSpPr>
              <p:cNvPr id="234" name="Google Shape;234;p20"/>
              <p:cNvSpPr/>
              <p:nvPr/>
            </p:nvSpPr>
            <p:spPr>
              <a:xfrm rot="10800000">
                <a:off x="407095" y="4322997"/>
                <a:ext cx="416007" cy="741943"/>
              </a:xfrm>
              <a:custGeom>
                <a:rect b="b" l="l" r="r" t="t"/>
                <a:pathLst>
                  <a:path extrusionOk="0" fill="none" h="27160" w="16217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cap="rnd" cmpd="sng" w="28575">
                <a:solidFill>
                  <a:schemeClr val="dk1"/>
                </a:solidFill>
                <a:prstDash val="solid"/>
                <a:miter lim="20923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35" name="Google Shape;235;p20"/>
              <p:cNvCxnSpPr/>
              <p:nvPr/>
            </p:nvCxnSpPr>
            <p:spPr>
              <a:xfrm rot="10800000">
                <a:off x="823863" y="5062131"/>
                <a:ext cx="0" cy="710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6" name="Google Shape;236;p20"/>
              <p:cNvCxnSpPr/>
              <p:nvPr/>
            </p:nvCxnSpPr>
            <p:spPr>
              <a:xfrm>
                <a:off x="-52500" y="4323000"/>
                <a:ext cx="4596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65750"/>
            <a:ext cx="8520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Rajdhani"/>
              <a:buNone/>
              <a:defRPr b="1" sz="4500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/>
              <a:buNone/>
              <a:defRPr b="1" sz="3500">
                <a:solidFill>
                  <a:schemeClr val="accent1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/>
              <a:buNone/>
              <a:defRPr b="1" sz="3500">
                <a:solidFill>
                  <a:schemeClr val="accent1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/>
              <a:buNone/>
              <a:defRPr b="1" sz="3500">
                <a:solidFill>
                  <a:schemeClr val="accent1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/>
              <a:buNone/>
              <a:defRPr b="1" sz="3500">
                <a:solidFill>
                  <a:schemeClr val="accent1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/>
              <a:buNone/>
              <a:defRPr b="1" sz="3500">
                <a:solidFill>
                  <a:schemeClr val="accent1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/>
              <a:buNone/>
              <a:defRPr b="1" sz="3500">
                <a:solidFill>
                  <a:schemeClr val="accent1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/>
              <a:buNone/>
              <a:defRPr b="1" sz="3500">
                <a:solidFill>
                  <a:schemeClr val="accent1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/>
              <a:buNone/>
              <a:defRPr b="1" sz="3500">
                <a:solidFill>
                  <a:schemeClr val="accent1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rla"/>
              <a:buChar char="●"/>
              <a:defRPr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2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3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4.xm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5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6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7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 txBox="1"/>
          <p:nvPr>
            <p:ph type="ctrTitle"/>
          </p:nvPr>
        </p:nvSpPr>
        <p:spPr>
          <a:xfrm>
            <a:off x="492225" y="611900"/>
            <a:ext cx="5039400" cy="39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0"/>
              <a:t>P44 - Multimodal VR Simulation with </a:t>
            </a:r>
            <a:r>
              <a:rPr lang="en" sz="5900"/>
              <a:t>Inverse3</a:t>
            </a:r>
            <a:r>
              <a:rPr lang="en" sz="5900"/>
              <a:t> Haptic Device</a:t>
            </a:r>
            <a:endParaRPr sz="5900"/>
          </a:p>
        </p:txBody>
      </p:sp>
      <p:grpSp>
        <p:nvGrpSpPr>
          <p:cNvPr id="242" name="Google Shape;242;p21"/>
          <p:cNvGrpSpPr/>
          <p:nvPr/>
        </p:nvGrpSpPr>
        <p:grpSpPr>
          <a:xfrm>
            <a:off x="5415470" y="8548"/>
            <a:ext cx="2960808" cy="2831549"/>
            <a:chOff x="5415470" y="8548"/>
            <a:chExt cx="2960808" cy="2831549"/>
          </a:xfrm>
        </p:grpSpPr>
        <p:grpSp>
          <p:nvGrpSpPr>
            <p:cNvPr id="243" name="Google Shape;243;p21"/>
            <p:cNvGrpSpPr/>
            <p:nvPr/>
          </p:nvGrpSpPr>
          <p:grpSpPr>
            <a:xfrm>
              <a:off x="5671303" y="8548"/>
              <a:ext cx="1420507" cy="2168700"/>
              <a:chOff x="3499600" y="8562"/>
              <a:chExt cx="1209457" cy="1846488"/>
            </a:xfrm>
          </p:grpSpPr>
          <p:sp>
            <p:nvSpPr>
              <p:cNvPr id="244" name="Google Shape;244;p21"/>
              <p:cNvSpPr/>
              <p:nvPr/>
            </p:nvSpPr>
            <p:spPr>
              <a:xfrm>
                <a:off x="4435403" y="8562"/>
                <a:ext cx="273654" cy="98908"/>
              </a:xfrm>
              <a:custGeom>
                <a:rect b="b" l="l" r="r" t="t"/>
                <a:pathLst>
                  <a:path extrusionOk="0" fill="none" h="2282" w="8224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chemeClr val="accent1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21"/>
              <p:cNvSpPr/>
              <p:nvPr/>
            </p:nvSpPr>
            <p:spPr>
              <a:xfrm>
                <a:off x="4544703" y="107423"/>
                <a:ext cx="59924" cy="294976"/>
              </a:xfrm>
              <a:custGeom>
                <a:rect b="b" l="l" r="r" t="t"/>
                <a:pathLst>
                  <a:path extrusionOk="0" fill="none" h="3307" w="1801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chemeClr val="accent1"/>
              </a:solidFill>
              <a:ln cap="rnd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21"/>
              <p:cNvSpPr/>
              <p:nvPr/>
            </p:nvSpPr>
            <p:spPr>
              <a:xfrm flipH="1">
                <a:off x="4156003" y="402400"/>
                <a:ext cx="416007" cy="741943"/>
              </a:xfrm>
              <a:custGeom>
                <a:rect b="b" l="l" r="r" t="t"/>
                <a:pathLst>
                  <a:path extrusionOk="0" fill="none" h="27160" w="16217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cap="rnd" cmpd="sng" w="28575">
                <a:solidFill>
                  <a:schemeClr val="dk1"/>
                </a:solidFill>
                <a:prstDash val="solid"/>
                <a:miter lim="20923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21"/>
              <p:cNvSpPr/>
              <p:nvPr/>
            </p:nvSpPr>
            <p:spPr>
              <a:xfrm flipH="1" rot="10800000">
                <a:off x="3499600" y="1144409"/>
                <a:ext cx="393181" cy="710641"/>
              </a:xfrm>
              <a:custGeom>
                <a:rect b="b" l="l" r="r" t="t"/>
                <a:pathLst>
                  <a:path extrusionOk="0" fill="none" h="27160" w="16217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cap="rnd" cmpd="sng" w="28575">
                <a:solidFill>
                  <a:schemeClr val="dk1"/>
                </a:solidFill>
                <a:prstDash val="solid"/>
                <a:miter lim="20923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8" name="Google Shape;248;p21"/>
              <p:cNvCxnSpPr/>
              <p:nvPr/>
            </p:nvCxnSpPr>
            <p:spPr>
              <a:xfrm>
                <a:off x="3884200" y="1144421"/>
                <a:ext cx="331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49" name="Google Shape;249;p21"/>
            <p:cNvGrpSpPr/>
            <p:nvPr/>
          </p:nvGrpSpPr>
          <p:grpSpPr>
            <a:xfrm>
              <a:off x="5415470" y="1980882"/>
              <a:ext cx="2873774" cy="859215"/>
              <a:chOff x="5675362" y="3258495"/>
              <a:chExt cx="1333476" cy="398652"/>
            </a:xfrm>
          </p:grpSpPr>
          <p:sp>
            <p:nvSpPr>
              <p:cNvPr id="250" name="Google Shape;250;p21"/>
              <p:cNvSpPr/>
              <p:nvPr/>
            </p:nvSpPr>
            <p:spPr>
              <a:xfrm>
                <a:off x="5675362" y="3258495"/>
                <a:ext cx="237576" cy="398652"/>
              </a:xfrm>
              <a:custGeom>
                <a:rect b="b" l="l" r="r" t="t"/>
                <a:pathLst>
                  <a:path extrusionOk="0" h="5232" w="3118">
                    <a:moveTo>
                      <a:pt x="1549" y="1"/>
                    </a:moveTo>
                    <a:cubicBezTo>
                      <a:pt x="1549" y="1"/>
                      <a:pt x="0" y="2804"/>
                      <a:pt x="0" y="3662"/>
                    </a:cubicBezTo>
                    <a:cubicBezTo>
                      <a:pt x="0" y="4520"/>
                      <a:pt x="691" y="5231"/>
                      <a:pt x="1549" y="5231"/>
                    </a:cubicBezTo>
                    <a:cubicBezTo>
                      <a:pt x="2407" y="5231"/>
                      <a:pt x="3118" y="4520"/>
                      <a:pt x="3118" y="3662"/>
                    </a:cubicBezTo>
                    <a:cubicBezTo>
                      <a:pt x="3118" y="2804"/>
                      <a:pt x="1549" y="1"/>
                      <a:pt x="154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21"/>
              <p:cNvSpPr/>
              <p:nvPr/>
            </p:nvSpPr>
            <p:spPr>
              <a:xfrm>
                <a:off x="6040662" y="3258495"/>
                <a:ext cx="237576" cy="398652"/>
              </a:xfrm>
              <a:custGeom>
                <a:rect b="b" l="l" r="r" t="t"/>
                <a:pathLst>
                  <a:path extrusionOk="0" h="5232" w="3118">
                    <a:moveTo>
                      <a:pt x="1549" y="1"/>
                    </a:moveTo>
                    <a:cubicBezTo>
                      <a:pt x="1549" y="1"/>
                      <a:pt x="0" y="2804"/>
                      <a:pt x="0" y="3662"/>
                    </a:cubicBezTo>
                    <a:cubicBezTo>
                      <a:pt x="0" y="4520"/>
                      <a:pt x="691" y="5231"/>
                      <a:pt x="1549" y="5231"/>
                    </a:cubicBezTo>
                    <a:cubicBezTo>
                      <a:pt x="2407" y="5231"/>
                      <a:pt x="3118" y="4520"/>
                      <a:pt x="3118" y="3662"/>
                    </a:cubicBezTo>
                    <a:cubicBezTo>
                      <a:pt x="3118" y="2804"/>
                      <a:pt x="1549" y="1"/>
                      <a:pt x="154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21"/>
              <p:cNvSpPr/>
              <p:nvPr/>
            </p:nvSpPr>
            <p:spPr>
              <a:xfrm>
                <a:off x="6405962" y="3258495"/>
                <a:ext cx="237576" cy="398652"/>
              </a:xfrm>
              <a:custGeom>
                <a:rect b="b" l="l" r="r" t="t"/>
                <a:pathLst>
                  <a:path extrusionOk="0" h="5232" w="3118">
                    <a:moveTo>
                      <a:pt x="1549" y="1"/>
                    </a:moveTo>
                    <a:cubicBezTo>
                      <a:pt x="1549" y="1"/>
                      <a:pt x="0" y="2804"/>
                      <a:pt x="0" y="3662"/>
                    </a:cubicBezTo>
                    <a:cubicBezTo>
                      <a:pt x="0" y="4520"/>
                      <a:pt x="691" y="5231"/>
                      <a:pt x="1549" y="5231"/>
                    </a:cubicBezTo>
                    <a:cubicBezTo>
                      <a:pt x="2407" y="5231"/>
                      <a:pt x="3118" y="4520"/>
                      <a:pt x="3118" y="3662"/>
                    </a:cubicBezTo>
                    <a:cubicBezTo>
                      <a:pt x="3118" y="2804"/>
                      <a:pt x="1549" y="1"/>
                      <a:pt x="154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21"/>
              <p:cNvSpPr/>
              <p:nvPr/>
            </p:nvSpPr>
            <p:spPr>
              <a:xfrm>
                <a:off x="6771262" y="3258495"/>
                <a:ext cx="237576" cy="398652"/>
              </a:xfrm>
              <a:custGeom>
                <a:rect b="b" l="l" r="r" t="t"/>
                <a:pathLst>
                  <a:path extrusionOk="0" h="5232" w="3118">
                    <a:moveTo>
                      <a:pt x="1549" y="1"/>
                    </a:moveTo>
                    <a:cubicBezTo>
                      <a:pt x="1549" y="1"/>
                      <a:pt x="0" y="2804"/>
                      <a:pt x="0" y="3662"/>
                    </a:cubicBezTo>
                    <a:cubicBezTo>
                      <a:pt x="0" y="4520"/>
                      <a:pt x="691" y="5231"/>
                      <a:pt x="1549" y="5231"/>
                    </a:cubicBezTo>
                    <a:cubicBezTo>
                      <a:pt x="2407" y="5231"/>
                      <a:pt x="3118" y="4520"/>
                      <a:pt x="3118" y="3662"/>
                    </a:cubicBezTo>
                    <a:cubicBezTo>
                      <a:pt x="3118" y="2804"/>
                      <a:pt x="1549" y="1"/>
                      <a:pt x="154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21"/>
            <p:cNvGrpSpPr/>
            <p:nvPr/>
          </p:nvGrpSpPr>
          <p:grpSpPr>
            <a:xfrm>
              <a:off x="5502503" y="1846611"/>
              <a:ext cx="2873774" cy="859215"/>
              <a:chOff x="5675362" y="3258495"/>
              <a:chExt cx="1333476" cy="398652"/>
            </a:xfrm>
          </p:grpSpPr>
          <p:sp>
            <p:nvSpPr>
              <p:cNvPr id="255" name="Google Shape;255;p21"/>
              <p:cNvSpPr/>
              <p:nvPr/>
            </p:nvSpPr>
            <p:spPr>
              <a:xfrm>
                <a:off x="5675362" y="3258495"/>
                <a:ext cx="237576" cy="398652"/>
              </a:xfrm>
              <a:custGeom>
                <a:rect b="b" l="l" r="r" t="t"/>
                <a:pathLst>
                  <a:path extrusionOk="0" h="5232" w="3118">
                    <a:moveTo>
                      <a:pt x="1549" y="1"/>
                    </a:moveTo>
                    <a:cubicBezTo>
                      <a:pt x="1549" y="1"/>
                      <a:pt x="0" y="2804"/>
                      <a:pt x="0" y="3662"/>
                    </a:cubicBezTo>
                    <a:cubicBezTo>
                      <a:pt x="0" y="4520"/>
                      <a:pt x="691" y="5231"/>
                      <a:pt x="1549" y="5231"/>
                    </a:cubicBezTo>
                    <a:cubicBezTo>
                      <a:pt x="2407" y="5231"/>
                      <a:pt x="3118" y="4520"/>
                      <a:pt x="3118" y="3662"/>
                    </a:cubicBezTo>
                    <a:cubicBezTo>
                      <a:pt x="3118" y="2804"/>
                      <a:pt x="1549" y="1"/>
                      <a:pt x="1549" y="1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21"/>
              <p:cNvSpPr/>
              <p:nvPr/>
            </p:nvSpPr>
            <p:spPr>
              <a:xfrm>
                <a:off x="6040662" y="3258495"/>
                <a:ext cx="237576" cy="398652"/>
              </a:xfrm>
              <a:custGeom>
                <a:rect b="b" l="l" r="r" t="t"/>
                <a:pathLst>
                  <a:path extrusionOk="0" h="5232" w="3118">
                    <a:moveTo>
                      <a:pt x="1549" y="1"/>
                    </a:moveTo>
                    <a:cubicBezTo>
                      <a:pt x="1549" y="1"/>
                      <a:pt x="0" y="2804"/>
                      <a:pt x="0" y="3662"/>
                    </a:cubicBezTo>
                    <a:cubicBezTo>
                      <a:pt x="0" y="4520"/>
                      <a:pt x="691" y="5231"/>
                      <a:pt x="1549" y="5231"/>
                    </a:cubicBezTo>
                    <a:cubicBezTo>
                      <a:pt x="2407" y="5231"/>
                      <a:pt x="3118" y="4520"/>
                      <a:pt x="3118" y="3662"/>
                    </a:cubicBezTo>
                    <a:cubicBezTo>
                      <a:pt x="3118" y="2804"/>
                      <a:pt x="1549" y="1"/>
                      <a:pt x="1549" y="1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21"/>
              <p:cNvSpPr/>
              <p:nvPr/>
            </p:nvSpPr>
            <p:spPr>
              <a:xfrm>
                <a:off x="6405962" y="3258495"/>
                <a:ext cx="237576" cy="398652"/>
              </a:xfrm>
              <a:custGeom>
                <a:rect b="b" l="l" r="r" t="t"/>
                <a:pathLst>
                  <a:path extrusionOk="0" h="5232" w="3118">
                    <a:moveTo>
                      <a:pt x="1549" y="1"/>
                    </a:moveTo>
                    <a:cubicBezTo>
                      <a:pt x="1549" y="1"/>
                      <a:pt x="0" y="2804"/>
                      <a:pt x="0" y="3662"/>
                    </a:cubicBezTo>
                    <a:cubicBezTo>
                      <a:pt x="0" y="4520"/>
                      <a:pt x="691" y="5231"/>
                      <a:pt x="1549" y="5231"/>
                    </a:cubicBezTo>
                    <a:cubicBezTo>
                      <a:pt x="2407" y="5231"/>
                      <a:pt x="3118" y="4520"/>
                      <a:pt x="3118" y="3662"/>
                    </a:cubicBezTo>
                    <a:cubicBezTo>
                      <a:pt x="3118" y="2804"/>
                      <a:pt x="1549" y="1"/>
                      <a:pt x="1549" y="1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21"/>
              <p:cNvSpPr/>
              <p:nvPr/>
            </p:nvSpPr>
            <p:spPr>
              <a:xfrm>
                <a:off x="6771262" y="3258495"/>
                <a:ext cx="237576" cy="398652"/>
              </a:xfrm>
              <a:custGeom>
                <a:rect b="b" l="l" r="r" t="t"/>
                <a:pathLst>
                  <a:path extrusionOk="0" h="5232" w="3118">
                    <a:moveTo>
                      <a:pt x="1549" y="1"/>
                    </a:moveTo>
                    <a:cubicBezTo>
                      <a:pt x="1549" y="1"/>
                      <a:pt x="0" y="2804"/>
                      <a:pt x="0" y="3662"/>
                    </a:cubicBezTo>
                    <a:cubicBezTo>
                      <a:pt x="0" y="4520"/>
                      <a:pt x="691" y="5231"/>
                      <a:pt x="1549" y="5231"/>
                    </a:cubicBezTo>
                    <a:cubicBezTo>
                      <a:pt x="2407" y="5231"/>
                      <a:pt x="3118" y="4520"/>
                      <a:pt x="3118" y="3662"/>
                    </a:cubicBezTo>
                    <a:cubicBezTo>
                      <a:pt x="3118" y="2804"/>
                      <a:pt x="1549" y="1"/>
                      <a:pt x="1549" y="1"/>
                    </a:cubicBez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59" name="Google Shape;259;p21"/>
          <p:cNvSpPr txBox="1"/>
          <p:nvPr/>
        </p:nvSpPr>
        <p:spPr>
          <a:xfrm>
            <a:off x="5248925" y="3344650"/>
            <a:ext cx="3687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Group: </a:t>
            </a:r>
            <a:r>
              <a:rPr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SOFT3888_TU12_02_P44</a:t>
            </a:r>
            <a:endParaRPr b="1" sz="16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Client:</a:t>
            </a:r>
            <a:r>
              <a:rPr b="1"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FMH Media Lab</a:t>
            </a:r>
            <a:endParaRPr sz="16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Tutor: </a:t>
            </a:r>
            <a:r>
              <a:rPr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Islam Alzoubi</a:t>
            </a:r>
            <a:endParaRPr sz="16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Tutorial: </a:t>
            </a:r>
            <a:r>
              <a:rPr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Tuesday 12PM</a:t>
            </a:r>
            <a:endParaRPr sz="16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 txBox="1"/>
          <p:nvPr>
            <p:ph type="title"/>
          </p:nvPr>
        </p:nvSpPr>
        <p:spPr>
          <a:xfrm>
            <a:off x="637050" y="109025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1002850" y="973875"/>
            <a:ext cx="7293000" cy="3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Karla"/>
              <a:buChar char="❏"/>
            </a:pP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User Stories Developed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Karla"/>
              <a:buChar char="❏"/>
            </a:pP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System Design and Architecture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Karla"/>
              <a:buChar char="❏"/>
            </a:pP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Quality of Technical Work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Karla"/>
              <a:buChar char="❏"/>
            </a:pP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Success/Acceptance Criteria for Results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Karla"/>
              <a:buChar char="❏"/>
            </a:pP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Project Limitations and Handover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Karla"/>
              <a:buChar char="❏"/>
            </a:pP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Live Demo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"/>
          <p:cNvSpPr txBox="1"/>
          <p:nvPr>
            <p:ph type="title"/>
          </p:nvPr>
        </p:nvSpPr>
        <p:spPr>
          <a:xfrm>
            <a:off x="713250" y="0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Completed User Stories</a:t>
            </a:r>
            <a:endParaRPr/>
          </a:p>
        </p:txBody>
      </p:sp>
      <p:graphicFrame>
        <p:nvGraphicFramePr>
          <p:cNvPr id="271" name="Google Shape;271;p23"/>
          <p:cNvGraphicFramePr/>
          <p:nvPr/>
        </p:nvGraphicFramePr>
        <p:xfrm>
          <a:off x="480888" y="10638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{31964E98-40B1-4ABB-9432-6AF9D8EEB9FA}</a:tableStyleId>
              </a:tblPr>
              <a:tblGrid>
                <a:gridCol w="5467475"/>
                <a:gridCol w="2967250"/>
              </a:tblGrid>
              <a:tr h="3728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solidFill>
                            <a:srgbClr val="850707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As a customer…</a:t>
                      </a:r>
                      <a:endParaRPr b="1" i="1">
                        <a:solidFill>
                          <a:srgbClr val="850707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69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I want </a:t>
                      </a:r>
                      <a:r>
                        <a:rPr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the VR simulation to be synchronised seamlessly with the haptic device </a:t>
                      </a:r>
                      <a:r>
                        <a:rPr b="1"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so that </a:t>
                      </a:r>
                      <a:r>
                        <a:rPr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my interactions feel smooth and responsive. </a:t>
                      </a:r>
                      <a:endParaRPr sz="15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B2090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FR-01</a:t>
                      </a:r>
                      <a:r>
                        <a:rPr b="1" lang="en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: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VR Environment Interaction</a:t>
                      </a:r>
                      <a:endParaRPr>
                        <a:solidFill>
                          <a:srgbClr val="00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>
                          <a:solidFill>
                            <a:srgbClr val="B2090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FR-04:</a:t>
                      </a:r>
                      <a:r>
                        <a:rPr b="1" lang="en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Device Synchronisation</a:t>
                      </a:r>
                      <a:endParaRPr>
                        <a:solidFill>
                          <a:srgbClr val="00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</a:tr>
              <a:tr h="69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I want </a:t>
                      </a:r>
                      <a:r>
                        <a:rPr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the haptic device to give realistic feedback </a:t>
                      </a:r>
                      <a:r>
                        <a:rPr b="1"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so that </a:t>
                      </a:r>
                      <a:r>
                        <a:rPr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I can recognise the physical properties of distinct tissue materials.</a:t>
                      </a:r>
                      <a:endParaRPr sz="15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B2090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FR-02</a:t>
                      </a:r>
                      <a:r>
                        <a:rPr b="1" lang="en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: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Real-time haptic feedback</a:t>
                      </a:r>
                      <a:endParaRPr>
                        <a:solidFill>
                          <a:srgbClr val="00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B2090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FR-03</a:t>
                      </a:r>
                      <a:r>
                        <a:rPr b="1" lang="en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: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Tissue material library </a:t>
                      </a:r>
                      <a:endParaRPr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</a:tr>
              <a:tr h="774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I want </a:t>
                      </a:r>
                      <a:r>
                        <a:rPr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to feel accurate resistance when injecting the virtual syringe </a:t>
                      </a:r>
                      <a:r>
                        <a:rPr b="1"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so that</a:t>
                      </a:r>
                      <a:r>
                        <a:rPr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I can practice proper blood-draw technique when puncturing skin, vein and/or muscle.</a:t>
                      </a:r>
                      <a:endParaRPr b="1" i="1" sz="1500">
                        <a:solidFill>
                          <a:srgbClr val="00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B2090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FR-05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: Syringe simulation</a:t>
                      </a:r>
                      <a:endParaRPr>
                        <a:solidFill>
                          <a:srgbClr val="00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B2090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FR-03</a:t>
                      </a:r>
                      <a:r>
                        <a:rPr b="1" lang="en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: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Tissue material library</a:t>
                      </a:r>
                      <a:endParaRPr>
                        <a:solidFill>
                          <a:srgbClr val="00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</a:tr>
              <a:tr h="77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I want </a:t>
                      </a:r>
                      <a:r>
                        <a:rPr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to simulate inserting a needle into a human arm </a:t>
                      </a:r>
                      <a:r>
                        <a:rPr b="1"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so that</a:t>
                      </a:r>
                      <a:r>
                        <a:rPr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I can practice a realistic blood-draw on an anatomically accurate 3D model.</a:t>
                      </a:r>
                      <a:endParaRPr i="1" sz="1500">
                        <a:solidFill>
                          <a:srgbClr val="00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B2090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FR-05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: Syringe simulation</a:t>
                      </a:r>
                      <a:endParaRPr>
                        <a:solidFill>
                          <a:srgbClr val="00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B2090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FR-06: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3D Models</a:t>
                      </a:r>
                      <a:endParaRPr>
                        <a:solidFill>
                          <a:srgbClr val="00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" name="Google Shape;276;p24"/>
          <p:cNvGraphicFramePr/>
          <p:nvPr/>
        </p:nvGraphicFramePr>
        <p:xfrm>
          <a:off x="616463" y="8229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{31964E98-40B1-4ABB-9432-6AF9D8EEB9FA}</a:tableStyleId>
              </a:tblPr>
              <a:tblGrid>
                <a:gridCol w="5620325"/>
                <a:gridCol w="2402300"/>
              </a:tblGrid>
              <a:tr h="29285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>
                          <a:solidFill>
                            <a:srgbClr val="850707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As a customer…</a:t>
                      </a:r>
                      <a:endParaRPr b="1" i="1" sz="1500">
                        <a:solidFill>
                          <a:srgbClr val="850707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I want </a:t>
                      </a:r>
                      <a:r>
                        <a:rPr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the simulation to run smoothly so that I experience responsive VR interactions without lag or jitter.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 sz="1500">
                          <a:solidFill>
                            <a:srgbClr val="B2090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NFR-01</a:t>
                      </a:r>
                      <a:r>
                        <a:rPr b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:</a:t>
                      </a:r>
                      <a:r>
                        <a:rPr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Performance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693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I want</a:t>
                      </a:r>
                      <a:r>
                        <a:rPr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an appealing 3D environment that accurately represents a typical medical setting so that I feel immersed in the simulation.</a:t>
                      </a:r>
                      <a:endParaRPr i="1" sz="1500">
                        <a:solidFill>
                          <a:srgbClr val="00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B2090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NFR-01 + 03</a:t>
                      </a:r>
                      <a:r>
                        <a:rPr b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:</a:t>
                      </a:r>
                      <a:r>
                        <a:rPr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Reliability + Performance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62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I want </a:t>
                      </a:r>
                      <a:r>
                        <a:rPr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the simulation to be bug-free and properly tested so that I can rely on the system for accurate haptic interactions.</a:t>
                      </a:r>
                      <a:endParaRPr i="1" sz="1500">
                        <a:solidFill>
                          <a:srgbClr val="00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rgbClr val="B2090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NFR-02</a:t>
                      </a:r>
                      <a:r>
                        <a:rPr b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:</a:t>
                      </a:r>
                      <a:r>
                        <a:rPr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Usability </a:t>
                      </a:r>
                      <a:endParaRPr b="1" sz="1500">
                        <a:solidFill>
                          <a:srgbClr val="B20909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</a:tr>
              <a:tr h="62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I want</a:t>
                      </a:r>
                      <a:r>
                        <a:rPr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Unity set up with the required SDKs so that my VR–haptic system can be built on a reliable foundation.</a:t>
                      </a:r>
                      <a:endParaRPr i="1" sz="1500">
                        <a:solidFill>
                          <a:srgbClr val="00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rgbClr val="B2090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NFR-04</a:t>
                      </a:r>
                      <a:r>
                        <a:rPr b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:</a:t>
                      </a:r>
                      <a:r>
                        <a:rPr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Scalability</a:t>
                      </a:r>
                      <a:endParaRPr b="1" sz="1500">
                        <a:solidFill>
                          <a:srgbClr val="B20909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</a:tr>
              <a:tr h="22595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>
                          <a:solidFill>
                            <a:srgbClr val="850707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As a developer…</a:t>
                      </a:r>
                      <a:endParaRPr b="1" i="1" sz="1500">
                        <a:solidFill>
                          <a:srgbClr val="00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62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I want</a:t>
                      </a:r>
                      <a:r>
                        <a:rPr i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clear documentation so that I can troubleshoot errors, maintain the system, and assist users effectively.</a:t>
                      </a:r>
                      <a:endParaRPr i="1" sz="1500">
                        <a:solidFill>
                          <a:srgbClr val="00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rgbClr val="B20909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NFR-05</a:t>
                      </a:r>
                      <a:r>
                        <a:rPr b="1"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:</a:t>
                      </a:r>
                      <a:r>
                        <a:rPr lang="en" sz="1500">
                          <a:solidFill>
                            <a:srgbClr val="00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 Documentation</a:t>
                      </a:r>
                      <a:endParaRPr b="1" sz="1500">
                        <a:solidFill>
                          <a:srgbClr val="B20909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7" name="Google Shape;277;p24"/>
          <p:cNvSpPr txBox="1"/>
          <p:nvPr>
            <p:ph type="title"/>
          </p:nvPr>
        </p:nvSpPr>
        <p:spPr>
          <a:xfrm>
            <a:off x="713250" y="0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Completed User Stories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"/>
          <p:cNvSpPr txBox="1"/>
          <p:nvPr/>
        </p:nvSpPr>
        <p:spPr>
          <a:xfrm>
            <a:off x="713250" y="0"/>
            <a:ext cx="7717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B20909"/>
                </a:solidFill>
                <a:latin typeface="Rajdhani"/>
                <a:ea typeface="Rajdhani"/>
                <a:cs typeface="Rajdhani"/>
                <a:sym typeface="Rajdhani"/>
              </a:rPr>
              <a:t>System architecture and design</a:t>
            </a:r>
            <a:endParaRPr b="1" sz="4500">
              <a:solidFill>
                <a:srgbClr val="B20909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283" name="Google Shape;28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1000" y="762500"/>
            <a:ext cx="2000250" cy="43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"/>
          <p:cNvSpPr txBox="1"/>
          <p:nvPr>
            <p:ph type="title"/>
          </p:nvPr>
        </p:nvSpPr>
        <p:spPr>
          <a:xfrm>
            <a:off x="489750" y="42775"/>
            <a:ext cx="8164500" cy="82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/>
              <a:t>Testing Overview</a:t>
            </a:r>
            <a:endParaRPr sz="4000"/>
          </a:p>
        </p:txBody>
      </p:sp>
      <p:graphicFrame>
        <p:nvGraphicFramePr>
          <p:cNvPr id="289" name="Google Shape;289;p26"/>
          <p:cNvGraphicFramePr/>
          <p:nvPr/>
        </p:nvGraphicFramePr>
        <p:xfrm>
          <a:off x="952500" y="114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{31964E98-40B1-4ABB-9432-6AF9D8EEB9FA}</a:tableStyleId>
              </a:tblPr>
              <a:tblGrid>
                <a:gridCol w="1568550"/>
                <a:gridCol w="5670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EFEFEF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Test</a:t>
                      </a:r>
                      <a:endParaRPr b="1" sz="1100">
                        <a:solidFill>
                          <a:srgbClr val="EFEFEF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solidFill>
                      <a:srgbClr val="B2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EFEFEF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Tests Conducted</a:t>
                      </a:r>
                      <a:endParaRPr b="1" sz="1100">
                        <a:solidFill>
                          <a:srgbClr val="EFEFEF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solidFill>
                      <a:srgbClr val="B2090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Karla"/>
                          <a:ea typeface="Karla"/>
                          <a:cs typeface="Karla"/>
                          <a:sym typeface="Karla"/>
                        </a:rPr>
                        <a:t>Unit</a:t>
                      </a:r>
                      <a:endParaRPr b="1" sz="12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0909"/>
                        </a:buClr>
                        <a:buSzPts val="1200"/>
                        <a:buFont typeface="Karla Light"/>
                        <a:buChar char="❏"/>
                      </a:pPr>
                      <a:r>
                        <a:rPr lang="en" sz="12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Haptic force feedback</a:t>
                      </a:r>
                      <a:endParaRPr sz="12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0909"/>
                        </a:buClr>
                        <a:buSzPts val="1200"/>
                        <a:buFont typeface="Karla Light"/>
                        <a:buChar char="❏"/>
                      </a:pPr>
                      <a:r>
                        <a:rPr lang="en" sz="12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3D environment</a:t>
                      </a:r>
                      <a:endParaRPr sz="12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0909"/>
                        </a:buClr>
                        <a:buSzPts val="1200"/>
                        <a:buFont typeface="Karla Light"/>
                        <a:buChar char="❏"/>
                      </a:pPr>
                      <a:r>
                        <a:rPr lang="en" sz="12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UI to detect devices out of bounds</a:t>
                      </a:r>
                      <a:endParaRPr sz="12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0909"/>
                        </a:buClr>
                        <a:buSzPts val="1200"/>
                        <a:buFont typeface="Karla Light"/>
                        <a:buChar char="❏"/>
                      </a:pPr>
                      <a:r>
                        <a:rPr lang="en" sz="12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Scene audio</a:t>
                      </a:r>
                      <a:endParaRPr sz="12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91425" marB="91425" marR="91425" marL="91425">
                    <a:solidFill>
                      <a:srgbClr val="FBE2D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Karla"/>
                          <a:ea typeface="Karla"/>
                          <a:cs typeface="Karla"/>
                          <a:sym typeface="Karla"/>
                        </a:rPr>
                        <a:t>Integration</a:t>
                      </a:r>
                      <a:endParaRPr b="1" sz="12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0909"/>
                        </a:buClr>
                        <a:buSzPts val="1200"/>
                        <a:buFont typeface="Karla Light"/>
                        <a:buChar char="❏"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Synchronisation between all components</a:t>
                      </a:r>
                      <a:endParaRPr sz="1200">
                        <a:solidFill>
                          <a:srgbClr val="000000"/>
                        </a:solidFill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Karla"/>
                          <a:ea typeface="Karla"/>
                          <a:cs typeface="Karla"/>
                          <a:sym typeface="Karla"/>
                        </a:rPr>
                        <a:t>Performance</a:t>
                      </a:r>
                      <a:endParaRPr b="1" sz="12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0909"/>
                        </a:buClr>
                        <a:buSzPts val="1200"/>
                        <a:buFont typeface="Karla Light"/>
                        <a:buChar char="❏"/>
                      </a:pPr>
                      <a:r>
                        <a:rPr lang="en" sz="12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Latency &lt;50ms.</a:t>
                      </a:r>
                      <a:endParaRPr sz="12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0909"/>
                        </a:buClr>
                        <a:buSzPts val="1200"/>
                        <a:buFont typeface="Karla Light"/>
                        <a:buChar char="❏"/>
                      </a:pPr>
                      <a:r>
                        <a:rPr lang="en" sz="12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Stable frame rates.</a:t>
                      </a:r>
                      <a:endParaRPr sz="12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0909"/>
                        </a:buClr>
                        <a:buSzPts val="1200"/>
                        <a:buFont typeface="Karla Light"/>
                        <a:buChar char="❏"/>
                      </a:pPr>
                      <a:r>
                        <a:rPr lang="en" sz="12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No desynchronisation</a:t>
                      </a:r>
                      <a:endParaRPr sz="12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0909"/>
                        </a:buClr>
                        <a:buSzPts val="1200"/>
                        <a:buFont typeface="Karla Light"/>
                        <a:buChar char="❏"/>
                      </a:pPr>
                      <a:r>
                        <a:rPr lang="en" sz="12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Full simulation stability under real conditions</a:t>
                      </a:r>
                      <a:endParaRPr sz="12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91425" marB="91425" marR="91425" marL="91425">
                    <a:solidFill>
                      <a:srgbClr val="FBE2D5"/>
                    </a:solidFill>
                  </a:tcPr>
                </a:tc>
              </a:tr>
              <a:tr h="572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Karla"/>
                          <a:ea typeface="Karla"/>
                          <a:cs typeface="Karla"/>
                          <a:sym typeface="Karla"/>
                        </a:rPr>
                        <a:t>User Acceptance</a:t>
                      </a:r>
                      <a:endParaRPr b="1" sz="12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0909"/>
                        </a:buClr>
                        <a:buSzPts val="1200"/>
                        <a:buFont typeface="Karla Light"/>
                        <a:buChar char="❏"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Realism of Haptic force feedback </a:t>
                      </a:r>
                      <a:endParaRPr sz="1200">
                        <a:solidFill>
                          <a:srgbClr val="000000"/>
                        </a:solidFill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0909"/>
                        </a:buClr>
                        <a:buSzPts val="1200"/>
                        <a:buFont typeface="Karla Light"/>
                        <a:buChar char="❏"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Verify that 3D models are accurate</a:t>
                      </a:r>
                      <a:endParaRPr sz="1200">
                        <a:solidFill>
                          <a:srgbClr val="000000"/>
                        </a:solidFill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0909"/>
                        </a:buClr>
                        <a:buSzPts val="1200"/>
                        <a:buFont typeface="Karla Light"/>
                        <a:buChar char="❏"/>
                      </a:pPr>
                      <a:r>
                        <a:rPr lang="en" sz="1200">
                          <a:solidFill>
                            <a:srgbClr val="000000"/>
                          </a:solidFill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Overall user experience and interaction with the simulation</a:t>
                      </a:r>
                      <a:r>
                        <a:rPr lang="en" sz="1200">
                          <a:latin typeface="Karla Light"/>
                          <a:ea typeface="Karla Light"/>
                          <a:cs typeface="Karla Light"/>
                          <a:sym typeface="Karla Light"/>
                        </a:rPr>
                        <a:t> </a:t>
                      </a:r>
                      <a:endParaRPr sz="1200">
                        <a:latin typeface="Karla Light"/>
                        <a:ea typeface="Karla Light"/>
                        <a:cs typeface="Karla Light"/>
                        <a:sym typeface="Karla Ligh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7"/>
          <p:cNvSpPr txBox="1"/>
          <p:nvPr>
            <p:ph type="title"/>
          </p:nvPr>
        </p:nvSpPr>
        <p:spPr>
          <a:xfrm>
            <a:off x="713250" y="0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Final Project Limitations</a:t>
            </a:r>
            <a:endParaRPr/>
          </a:p>
        </p:txBody>
      </p:sp>
      <p:sp>
        <p:nvSpPr>
          <p:cNvPr id="295" name="Google Shape;295;p27"/>
          <p:cNvSpPr txBox="1"/>
          <p:nvPr>
            <p:ph idx="4294967295" type="body"/>
          </p:nvPr>
        </p:nvSpPr>
        <p:spPr>
          <a:xfrm>
            <a:off x="951675" y="1241100"/>
            <a:ext cx="7312200" cy="36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❏"/>
            </a:pPr>
            <a:r>
              <a:rPr lang="en"/>
              <a:t>Local machine: </a:t>
            </a:r>
            <a:endParaRPr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❏"/>
            </a:pPr>
            <a:r>
              <a:rPr lang="en" sz="1700"/>
              <a:t>Running Unity must have strong computational power </a:t>
            </a:r>
            <a:endParaRPr sz="1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❏"/>
            </a:pPr>
            <a:r>
              <a:rPr lang="en" sz="1700"/>
              <a:t>M</a:t>
            </a:r>
            <a:r>
              <a:rPr lang="en" sz="1700"/>
              <a:t>ust have a minimum of </a:t>
            </a:r>
            <a:r>
              <a:rPr lang="en" sz="1700"/>
              <a:t>3 USB-A and 1 USB-C ports or 2 USB-A and 2 USB-C ports</a:t>
            </a:r>
            <a:endParaRPr sz="17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❏"/>
            </a:pPr>
            <a:r>
              <a:rPr lang="en"/>
              <a:t>Only have 3 types of materials (skin, vein, muscle)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❏"/>
            </a:pPr>
            <a:r>
              <a:rPr lang="en"/>
              <a:t>User cannot move Inverse 3 too quickly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❏"/>
            </a:pPr>
            <a:r>
              <a:rPr lang="en"/>
              <a:t>Inverse 3 occasionally disconnects </a:t>
            </a:r>
            <a:endParaRPr>
              <a:highlight>
                <a:srgbClr val="9FC5E8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8"/>
          <p:cNvSpPr txBox="1"/>
          <p:nvPr>
            <p:ph type="title"/>
          </p:nvPr>
        </p:nvSpPr>
        <p:spPr>
          <a:xfrm>
            <a:off x="637050" y="0"/>
            <a:ext cx="77175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Handover</a:t>
            </a:r>
            <a:endParaRPr/>
          </a:p>
        </p:txBody>
      </p:sp>
      <p:sp>
        <p:nvSpPr>
          <p:cNvPr id="301" name="Google Shape;301;p28"/>
          <p:cNvSpPr txBox="1"/>
          <p:nvPr/>
        </p:nvSpPr>
        <p:spPr>
          <a:xfrm>
            <a:off x="993450" y="1171000"/>
            <a:ext cx="7293000" cy="3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Karla"/>
              <a:buChar char="❏"/>
            </a:pP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Final r</a:t>
            </a: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eport and demo video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Karla"/>
              <a:buChar char="❏"/>
            </a:pP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Source code provided on GitHub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Karla"/>
              <a:buChar char="❏"/>
            </a:pP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Simulation designed for the Inverse3 Haptic Device and Meta Quest 3 headset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Karla"/>
              <a:buChar char="❏"/>
            </a:pPr>
            <a:r>
              <a:rPr lang="en"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Wiki documentation provided for setup, usage, and support</a:t>
            </a:r>
            <a:endParaRPr sz="18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9"/>
          <p:cNvSpPr txBox="1"/>
          <p:nvPr>
            <p:ph idx="4294967295" type="body"/>
          </p:nvPr>
        </p:nvSpPr>
        <p:spPr>
          <a:xfrm>
            <a:off x="1713975" y="2755950"/>
            <a:ext cx="57162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9"/>
          <p:cNvSpPr txBox="1"/>
          <p:nvPr>
            <p:ph idx="2" type="title"/>
          </p:nvPr>
        </p:nvSpPr>
        <p:spPr>
          <a:xfrm>
            <a:off x="2380300" y="1385875"/>
            <a:ext cx="4124100" cy="2037000"/>
          </a:xfrm>
          <a:prstGeom prst="rect">
            <a:avLst/>
          </a:prstGeom>
          <a:solidFill>
            <a:schemeClr val="accent2"/>
          </a:solidFill>
          <a:effectLst>
            <a:outerShdw blurRad="314325" rotWithShape="0" algn="bl" dir="5400000" dist="6667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4"/>
                </a:solidFill>
              </a:rPr>
              <a:t>Demo</a:t>
            </a:r>
            <a:endParaRPr sz="72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ood Transfusion Center Infographics by Slidesgo">
  <a:themeElements>
    <a:clrScheme name="Simple Light">
      <a:dk1>
        <a:srgbClr val="000000"/>
      </a:dk1>
      <a:lt1>
        <a:srgbClr val="EFEFEF"/>
      </a:lt1>
      <a:dk2>
        <a:srgbClr val="EFEFEF"/>
      </a:dk2>
      <a:lt2>
        <a:srgbClr val="B20909"/>
      </a:lt2>
      <a:accent1>
        <a:srgbClr val="850707"/>
      </a:accent1>
      <a:accent2>
        <a:srgbClr val="B20909"/>
      </a:accent2>
      <a:accent3>
        <a:srgbClr val="B20909"/>
      </a:accent3>
      <a:accent4>
        <a:srgbClr val="EFEFEF"/>
      </a:accent4>
      <a:accent5>
        <a:srgbClr val="EFEFE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